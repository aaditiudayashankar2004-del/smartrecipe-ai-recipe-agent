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10" r:id="rId16"/>
    <p:sldId id="311" r:id="rId17"/>
    <p:sldId id="312" r:id="rId18"/>
    <p:sldId id="313" r:id="rId19"/>
    <p:sldId id="314" r:id="rId20"/>
    <p:sldId id="315" r:id="rId21"/>
    <p:sldId id="316" r:id="rId22"/>
    <p:sldId id="320" r:id="rId23"/>
    <p:sldId id="319" r:id="rId24"/>
    <p:sldId id="318" r:id="rId25"/>
    <p:sldId id="317" r:id="rId26"/>
    <p:sldId id="322" r:id="rId27"/>
    <p:sldId id="321" r:id="rId28"/>
    <p:sldId id="323" r:id="rId29"/>
    <p:sldId id="324" r:id="rId30"/>
    <p:sldId id="304" r:id="rId31"/>
    <p:sldId id="305" r:id="rId32"/>
    <p:sldId id="306" r:id="rId33"/>
    <p:sldId id="307" r:id="rId34"/>
    <p:sldId id="308" r:id="rId35"/>
    <p:sldId id="309" r:id="rId3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35642C-98BE-44F5-9593-D5B63495DE11}" v="15" dt="2026-09-11T16:15:02.60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diti U S" userId="55e8986b05f02954" providerId="LiveId" clId="{428F3A35-E05D-4589-A7D5-BADCAA4E3C16}"/>
    <pc:docChg chg="undo custSel addSld modSld">
      <pc:chgData name="Aaditi U S" userId="55e8986b05f02954" providerId="LiveId" clId="{428F3A35-E05D-4589-A7D5-BADCAA4E3C16}" dt="2026-09-11T16:21:28.456" v="672" actId="1076"/>
      <pc:docMkLst>
        <pc:docMk/>
      </pc:docMkLst>
      <pc:sldChg chg="addSp delSp modSp mod">
        <pc:chgData name="Aaditi U S" userId="55e8986b05f02954" providerId="LiveId" clId="{428F3A35-E05D-4589-A7D5-BADCAA4E3C16}" dt="2026-09-11T14:51:45.495" v="209" actId="404"/>
        <pc:sldMkLst>
          <pc:docMk/>
          <pc:sldMk cId="952317876" sldId="291"/>
        </pc:sldMkLst>
        <pc:spChg chg="del mod">
          <ac:chgData name="Aaditi U S" userId="55e8986b05f02954" providerId="LiveId" clId="{428F3A35-E05D-4589-A7D5-BADCAA4E3C16}" dt="2026-09-11T14:51:18.489" v="205" actId="21"/>
          <ac:spMkLst>
            <pc:docMk/>
            <pc:sldMk cId="952317876" sldId="291"/>
            <ac:spMk id="3" creationId="{B0B023FA-CFEB-ACE9-8425-7E72E307CDC5}"/>
          </ac:spMkLst>
        </pc:spChg>
        <pc:spChg chg="mod">
          <ac:chgData name="Aaditi U S" userId="55e8986b05f02954" providerId="LiveId" clId="{428F3A35-E05D-4589-A7D5-BADCAA4E3C16}" dt="2026-09-11T14:51:24.909" v="206" actId="403"/>
          <ac:spMkLst>
            <pc:docMk/>
            <pc:sldMk cId="952317876" sldId="291"/>
            <ac:spMk id="4" creationId="{A828B9EF-C084-F5D4-CA27-75AF7D995640}"/>
          </ac:spMkLst>
        </pc:spChg>
        <pc:spChg chg="mod">
          <ac:chgData name="Aaditi U S" userId="55e8986b05f02954" providerId="LiveId" clId="{428F3A35-E05D-4589-A7D5-BADCAA4E3C16}" dt="2026-09-11T14:51:45.495" v="209" actId="404"/>
          <ac:spMkLst>
            <pc:docMk/>
            <pc:sldMk cId="952317876" sldId="291"/>
            <ac:spMk id="7" creationId="{3D723CA3-EC2D-165A-F109-3759C4E9C8A4}"/>
          </ac:spMkLst>
        </pc:spChg>
        <pc:graphicFrameChg chg="mod modGraphic">
          <ac:chgData name="Aaditi U S" userId="55e8986b05f02954" providerId="LiveId" clId="{428F3A35-E05D-4589-A7D5-BADCAA4E3C16}" dt="2026-09-11T14:51:08.533" v="203" actId="403"/>
          <ac:graphicFrameMkLst>
            <pc:docMk/>
            <pc:sldMk cId="952317876" sldId="291"/>
            <ac:graphicFrameMk id="96" creationId="{00000000-0000-0000-0000-000000000000}"/>
          </ac:graphicFrameMkLst>
        </pc:graphicFrameChg>
        <pc:picChg chg="add mod">
          <ac:chgData name="Aaditi U S" userId="55e8986b05f02954" providerId="LiveId" clId="{428F3A35-E05D-4589-A7D5-BADCAA4E3C16}" dt="2026-09-11T14:50:25.918" v="155" actId="1076"/>
          <ac:picMkLst>
            <pc:docMk/>
            <pc:sldMk cId="952317876" sldId="291"/>
            <ac:picMk id="5" creationId="{A1F5458F-9103-1E33-1DEC-C14987F12668}"/>
          </ac:picMkLst>
        </pc:picChg>
        <pc:picChg chg="del">
          <ac:chgData name="Aaditi U S" userId="55e8986b05f02954" providerId="LiveId" clId="{428F3A35-E05D-4589-A7D5-BADCAA4E3C16}" dt="2026-09-11T14:50:13.594" v="151" actId="478"/>
          <ac:picMkLst>
            <pc:docMk/>
            <pc:sldMk cId="952317876" sldId="291"/>
            <ac:picMk id="98" creationId="{00000000-0000-0000-0000-000000000000}"/>
          </ac:picMkLst>
        </pc:picChg>
      </pc:sldChg>
      <pc:sldChg chg="addSp delSp modSp mod">
        <pc:chgData name="Aaditi U S" userId="55e8986b05f02954" providerId="LiveId" clId="{428F3A35-E05D-4589-A7D5-BADCAA4E3C16}" dt="2026-09-11T14:54:27.976" v="252" actId="404"/>
        <pc:sldMkLst>
          <pc:docMk/>
          <pc:sldMk cId="261653373" sldId="292"/>
        </pc:sldMkLst>
        <pc:spChg chg="del mod">
          <ac:chgData name="Aaditi U S" userId="55e8986b05f02954" providerId="LiveId" clId="{428F3A35-E05D-4589-A7D5-BADCAA4E3C16}" dt="2026-09-11T14:52:33.981" v="212" actId="21"/>
          <ac:spMkLst>
            <pc:docMk/>
            <pc:sldMk cId="261653373" sldId="292"/>
            <ac:spMk id="2" creationId="{C6F6745E-14BA-0766-CE1E-32E29663832D}"/>
          </ac:spMkLst>
        </pc:spChg>
        <pc:spChg chg="mod">
          <ac:chgData name="Aaditi U S" userId="55e8986b05f02954" providerId="LiveId" clId="{428F3A35-E05D-4589-A7D5-BADCAA4E3C16}" dt="2026-09-11T14:53:10.887" v="215"/>
          <ac:spMkLst>
            <pc:docMk/>
            <pc:sldMk cId="261653373" sldId="292"/>
            <ac:spMk id="3" creationId="{3847FA31-EA47-D27A-9D69-AF50A3080AEC}"/>
          </ac:spMkLst>
        </pc:spChg>
        <pc:spChg chg="add mod">
          <ac:chgData name="Aaditi U S" userId="55e8986b05f02954" providerId="LiveId" clId="{428F3A35-E05D-4589-A7D5-BADCAA4E3C16}" dt="2026-09-11T14:54:27.976" v="252" actId="404"/>
          <ac:spMkLst>
            <pc:docMk/>
            <pc:sldMk cId="261653373" sldId="292"/>
            <ac:spMk id="5" creationId="{91C569F9-469F-6C48-6721-8098CA225D34}"/>
          </ac:spMkLst>
        </pc:spChg>
      </pc:sldChg>
      <pc:sldChg chg="modSp mod">
        <pc:chgData name="Aaditi U S" userId="55e8986b05f02954" providerId="LiveId" clId="{428F3A35-E05D-4589-A7D5-BADCAA4E3C16}" dt="2026-09-11T14:55:51.524" v="258" actId="403"/>
        <pc:sldMkLst>
          <pc:docMk/>
          <pc:sldMk cId="619459906" sldId="293"/>
        </pc:sldMkLst>
        <pc:spChg chg="mod">
          <ac:chgData name="Aaditi U S" userId="55e8986b05f02954" providerId="LiveId" clId="{428F3A35-E05D-4589-A7D5-BADCAA4E3C16}" dt="2026-09-11T14:55:51.524" v="258" actId="403"/>
          <ac:spMkLst>
            <pc:docMk/>
            <pc:sldMk cId="619459906" sldId="293"/>
            <ac:spMk id="2" creationId="{4A1BF701-ABCA-4DF0-8330-B6AF71EF8E39}"/>
          </ac:spMkLst>
        </pc:spChg>
        <pc:spChg chg="mod">
          <ac:chgData name="Aaditi U S" userId="55e8986b05f02954" providerId="LiveId" clId="{428F3A35-E05D-4589-A7D5-BADCAA4E3C16}" dt="2026-09-11T14:55:44.261" v="257" actId="20577"/>
          <ac:spMkLst>
            <pc:docMk/>
            <pc:sldMk cId="619459906" sldId="293"/>
            <ac:spMk id="3" creationId="{527F30CC-07EF-8FCC-DA00-C9212F5DAECE}"/>
          </ac:spMkLst>
        </pc:spChg>
      </pc:sldChg>
      <pc:sldChg chg="modSp mod">
        <pc:chgData name="Aaditi U S" userId="55e8986b05f02954" providerId="LiveId" clId="{428F3A35-E05D-4589-A7D5-BADCAA4E3C16}" dt="2026-09-11T14:57:28.421" v="272" actId="1076"/>
        <pc:sldMkLst>
          <pc:docMk/>
          <pc:sldMk cId="443603904" sldId="294"/>
        </pc:sldMkLst>
        <pc:spChg chg="mod">
          <ac:chgData name="Aaditi U S" userId="55e8986b05f02954" providerId="LiveId" clId="{428F3A35-E05D-4589-A7D5-BADCAA4E3C16}" dt="2026-09-11T14:57:28.421" v="272" actId="1076"/>
          <ac:spMkLst>
            <pc:docMk/>
            <pc:sldMk cId="443603904" sldId="294"/>
            <ac:spMk id="3" creationId="{4A7608B5-9906-EFCF-959A-E89FC2E3EE19}"/>
          </ac:spMkLst>
        </pc:spChg>
      </pc:sldChg>
      <pc:sldChg chg="addSp delSp modSp mod">
        <pc:chgData name="Aaditi U S" userId="55e8986b05f02954" providerId="LiveId" clId="{428F3A35-E05D-4589-A7D5-BADCAA4E3C16}" dt="2026-09-11T15:06:35.535" v="285" actId="403"/>
        <pc:sldMkLst>
          <pc:docMk/>
          <pc:sldMk cId="3114963633" sldId="295"/>
        </pc:sldMkLst>
        <pc:spChg chg="add mod">
          <ac:chgData name="Aaditi U S" userId="55e8986b05f02954" providerId="LiveId" clId="{428F3A35-E05D-4589-A7D5-BADCAA4E3C16}" dt="2026-09-11T15:06:35.535" v="285" actId="403"/>
          <ac:spMkLst>
            <pc:docMk/>
            <pc:sldMk cId="3114963633" sldId="295"/>
            <ac:spMk id="8" creationId="{0E5BD2E2-5E12-635B-9129-705EE169A382}"/>
          </ac:spMkLst>
        </pc:spChg>
        <pc:picChg chg="add del">
          <ac:chgData name="Aaditi U S" userId="55e8986b05f02954" providerId="LiveId" clId="{428F3A35-E05D-4589-A7D5-BADCAA4E3C16}" dt="2026-09-11T15:05:21.015" v="275" actId="21"/>
          <ac:picMkLst>
            <pc:docMk/>
            <pc:sldMk cId="3114963633" sldId="295"/>
            <ac:picMk id="3" creationId="{28E708A9-C272-7C82-0F8E-478D820EE5E1}"/>
          </ac:picMkLst>
        </pc:picChg>
        <pc:picChg chg="del">
          <ac:chgData name="Aaditi U S" userId="55e8986b05f02954" providerId="LiveId" clId="{428F3A35-E05D-4589-A7D5-BADCAA4E3C16}" dt="2026-09-11T15:05:13.906" v="273" actId="21"/>
          <ac:picMkLst>
            <pc:docMk/>
            <pc:sldMk cId="3114963633" sldId="295"/>
            <ac:picMk id="4" creationId="{F1332F3F-EEF3-260F-52BA-62370775058E}"/>
          </ac:picMkLst>
        </pc:picChg>
        <pc:picChg chg="add mod">
          <ac:chgData name="Aaditi U S" userId="55e8986b05f02954" providerId="LiveId" clId="{428F3A35-E05D-4589-A7D5-BADCAA4E3C16}" dt="2026-09-11T15:06:08.380" v="279" actId="14100"/>
          <ac:picMkLst>
            <pc:docMk/>
            <pc:sldMk cId="3114963633" sldId="295"/>
            <ac:picMk id="6" creationId="{A538DD9B-EEF6-A996-D674-6DF918E113EB}"/>
          </ac:picMkLst>
        </pc:picChg>
      </pc:sldChg>
      <pc:sldChg chg="addSp delSp modSp mod">
        <pc:chgData name="Aaditi U S" userId="55e8986b05f02954" providerId="LiveId" clId="{428F3A35-E05D-4589-A7D5-BADCAA4E3C16}" dt="2026-09-11T15:12:21.977" v="302" actId="1076"/>
        <pc:sldMkLst>
          <pc:docMk/>
          <pc:sldMk cId="1316545553" sldId="296"/>
        </pc:sldMkLst>
        <pc:spChg chg="add mod">
          <ac:chgData name="Aaditi U S" userId="55e8986b05f02954" providerId="LiveId" clId="{428F3A35-E05D-4589-A7D5-BADCAA4E3C16}" dt="2026-09-11T15:12:21.977" v="302" actId="1076"/>
          <ac:spMkLst>
            <pc:docMk/>
            <pc:sldMk cId="1316545553" sldId="296"/>
            <ac:spMk id="7" creationId="{382988A0-DAA1-E130-12B2-1396CDF286BF}"/>
          </ac:spMkLst>
        </pc:spChg>
        <pc:picChg chg="del">
          <ac:chgData name="Aaditi U S" userId="55e8986b05f02954" providerId="LiveId" clId="{428F3A35-E05D-4589-A7D5-BADCAA4E3C16}" dt="2026-09-11T15:11:31.582" v="288" actId="478"/>
          <ac:picMkLst>
            <pc:docMk/>
            <pc:sldMk cId="1316545553" sldId="296"/>
            <ac:picMk id="4" creationId="{26AE77B4-704A-3A83-DF19-A19BAD53F97B}"/>
          </ac:picMkLst>
        </pc:picChg>
        <pc:picChg chg="add mod">
          <ac:chgData name="Aaditi U S" userId="55e8986b05f02954" providerId="LiveId" clId="{428F3A35-E05D-4589-A7D5-BADCAA4E3C16}" dt="2026-09-11T15:12:05.661" v="298" actId="1076"/>
          <ac:picMkLst>
            <pc:docMk/>
            <pc:sldMk cId="1316545553" sldId="296"/>
            <ac:picMk id="5" creationId="{5C9AB461-0A4D-4E95-1E57-9BEE5259D57D}"/>
          </ac:picMkLst>
        </pc:picChg>
      </pc:sldChg>
      <pc:sldChg chg="addSp delSp modSp mod">
        <pc:chgData name="Aaditi U S" userId="55e8986b05f02954" providerId="LiveId" clId="{428F3A35-E05D-4589-A7D5-BADCAA4E3C16}" dt="2026-09-11T15:15:57.930" v="318" actId="1076"/>
        <pc:sldMkLst>
          <pc:docMk/>
          <pc:sldMk cId="232371894" sldId="297"/>
        </pc:sldMkLst>
        <pc:spChg chg="add mod">
          <ac:chgData name="Aaditi U S" userId="55e8986b05f02954" providerId="LiveId" clId="{428F3A35-E05D-4589-A7D5-BADCAA4E3C16}" dt="2026-09-11T15:15:57.930" v="318" actId="1076"/>
          <ac:spMkLst>
            <pc:docMk/>
            <pc:sldMk cId="232371894" sldId="297"/>
            <ac:spMk id="6" creationId="{9F5ECF37-E3FF-21FA-5729-B54E45B7EE16}"/>
          </ac:spMkLst>
        </pc:spChg>
        <pc:picChg chg="add mod">
          <ac:chgData name="Aaditi U S" userId="55e8986b05f02954" providerId="LiveId" clId="{428F3A35-E05D-4589-A7D5-BADCAA4E3C16}" dt="2026-09-11T15:15:18.861" v="310" actId="1076"/>
          <ac:picMkLst>
            <pc:docMk/>
            <pc:sldMk cId="232371894" sldId="297"/>
            <ac:picMk id="3" creationId="{42E59F98-FE49-3348-FC91-0C1DD274CB0D}"/>
          </ac:picMkLst>
        </pc:picChg>
        <pc:picChg chg="del">
          <ac:chgData name="Aaditi U S" userId="55e8986b05f02954" providerId="LiveId" clId="{428F3A35-E05D-4589-A7D5-BADCAA4E3C16}" dt="2026-09-11T15:15:05.940" v="305" actId="478"/>
          <ac:picMkLst>
            <pc:docMk/>
            <pc:sldMk cId="232371894" sldId="297"/>
            <ac:picMk id="5" creationId="{433A290A-6680-D490-E6D4-9336496B1C34}"/>
          </ac:picMkLst>
        </pc:picChg>
      </pc:sldChg>
      <pc:sldChg chg="addSp delSp modSp mod">
        <pc:chgData name="Aaditi U S" userId="55e8986b05f02954" providerId="LiveId" clId="{428F3A35-E05D-4589-A7D5-BADCAA4E3C16}" dt="2026-09-11T15:20:47.176" v="329" actId="1076"/>
        <pc:sldMkLst>
          <pc:docMk/>
          <pc:sldMk cId="445195169" sldId="298"/>
        </pc:sldMkLst>
        <pc:picChg chg="add mod modCrop">
          <ac:chgData name="Aaditi U S" userId="55e8986b05f02954" providerId="LiveId" clId="{428F3A35-E05D-4589-A7D5-BADCAA4E3C16}" dt="2026-09-11T15:20:47.176" v="329" actId="1076"/>
          <ac:picMkLst>
            <pc:docMk/>
            <pc:sldMk cId="445195169" sldId="298"/>
            <ac:picMk id="4" creationId="{EC6CED39-86E2-820D-F6AB-F2A71B82FC39}"/>
          </ac:picMkLst>
        </pc:picChg>
        <pc:picChg chg="del">
          <ac:chgData name="Aaditi U S" userId="55e8986b05f02954" providerId="LiveId" clId="{428F3A35-E05D-4589-A7D5-BADCAA4E3C16}" dt="2026-09-11T15:20:09.103" v="320" actId="478"/>
          <ac:picMkLst>
            <pc:docMk/>
            <pc:sldMk cId="445195169" sldId="298"/>
            <ac:picMk id="5" creationId="{6697535D-EBF5-41DE-E93B-760133BF95C6}"/>
          </ac:picMkLst>
        </pc:picChg>
      </pc:sldChg>
      <pc:sldChg chg="addSp delSp modSp mod">
        <pc:chgData name="Aaditi U S" userId="55e8986b05f02954" providerId="LiveId" clId="{428F3A35-E05D-4589-A7D5-BADCAA4E3C16}" dt="2026-09-11T15:24:01.986" v="399" actId="1076"/>
        <pc:sldMkLst>
          <pc:docMk/>
          <pc:sldMk cId="4000696967" sldId="299"/>
        </pc:sldMkLst>
        <pc:spChg chg="mod">
          <ac:chgData name="Aaditi U S" userId="55e8986b05f02954" providerId="LiveId" clId="{428F3A35-E05D-4589-A7D5-BADCAA4E3C16}" dt="2026-09-11T15:24:01.986" v="399" actId="1076"/>
          <ac:spMkLst>
            <pc:docMk/>
            <pc:sldMk cId="4000696967" sldId="299"/>
            <ac:spMk id="3" creationId="{322462E8-EB3A-DA7D-44CB-4E757803A755}"/>
          </ac:spMkLst>
        </pc:spChg>
        <pc:picChg chg="add mod">
          <ac:chgData name="Aaditi U S" userId="55e8986b05f02954" providerId="LiveId" clId="{428F3A35-E05D-4589-A7D5-BADCAA4E3C16}" dt="2026-09-11T15:23:39.113" v="339" actId="1076"/>
          <ac:picMkLst>
            <pc:docMk/>
            <pc:sldMk cId="4000696967" sldId="299"/>
            <ac:picMk id="5" creationId="{6000D75E-2664-0B10-8E41-4D94184E0B73}"/>
          </ac:picMkLst>
        </pc:picChg>
        <pc:picChg chg="del">
          <ac:chgData name="Aaditi U S" userId="55e8986b05f02954" providerId="LiveId" clId="{428F3A35-E05D-4589-A7D5-BADCAA4E3C16}" dt="2026-09-11T15:23:22.982" v="332" actId="478"/>
          <ac:picMkLst>
            <pc:docMk/>
            <pc:sldMk cId="4000696967" sldId="299"/>
            <ac:picMk id="196" creationId="{00000000-0000-0000-0000-000000000000}"/>
          </ac:picMkLst>
        </pc:picChg>
      </pc:sldChg>
      <pc:sldChg chg="addSp delSp modSp mod">
        <pc:chgData name="Aaditi U S" userId="55e8986b05f02954" providerId="LiveId" clId="{428F3A35-E05D-4589-A7D5-BADCAA4E3C16}" dt="2026-09-11T15:35:27.734" v="427" actId="1076"/>
        <pc:sldMkLst>
          <pc:docMk/>
          <pc:sldMk cId="893417001" sldId="300"/>
        </pc:sldMkLst>
        <pc:spChg chg="add mod">
          <ac:chgData name="Aaditi U S" userId="55e8986b05f02954" providerId="LiveId" clId="{428F3A35-E05D-4589-A7D5-BADCAA4E3C16}" dt="2026-09-11T15:35:27.734" v="427" actId="1076"/>
          <ac:spMkLst>
            <pc:docMk/>
            <pc:sldMk cId="893417001" sldId="300"/>
            <ac:spMk id="4" creationId="{518256C5-C068-E1C8-BA55-96AD1C29743E}"/>
          </ac:spMkLst>
        </pc:spChg>
        <pc:spChg chg="del">
          <ac:chgData name="Aaditi U S" userId="55e8986b05f02954" providerId="LiveId" clId="{428F3A35-E05D-4589-A7D5-BADCAA4E3C16}" dt="2026-09-11T15:34:29.948" v="404" actId="478"/>
          <ac:spMkLst>
            <pc:docMk/>
            <pc:sldMk cId="893417001" sldId="300"/>
            <ac:spMk id="5" creationId="{1BD576A0-BF64-32B6-1E59-49AA2C59C5CE}"/>
          </ac:spMkLst>
        </pc:spChg>
        <pc:spChg chg="del">
          <ac:chgData name="Aaditi U S" userId="55e8986b05f02954" providerId="LiveId" clId="{428F3A35-E05D-4589-A7D5-BADCAA4E3C16}" dt="2026-09-11T15:34:35.579" v="405" actId="21"/>
          <ac:spMkLst>
            <pc:docMk/>
            <pc:sldMk cId="893417001" sldId="300"/>
            <ac:spMk id="14" creationId="{7B8E599E-5B1D-59CD-4F1D-CEF8D0CA327B}"/>
          </ac:spMkLst>
        </pc:spChg>
        <pc:spChg chg="mod">
          <ac:chgData name="Aaditi U S" userId="55e8986b05f02954" providerId="LiveId" clId="{428F3A35-E05D-4589-A7D5-BADCAA4E3C16}" dt="2026-09-11T15:34:39.795" v="406" actId="1076"/>
          <ac:spMkLst>
            <pc:docMk/>
            <pc:sldMk cId="893417001" sldId="300"/>
            <ac:spMk id="15" creationId="{B22EA981-5113-2D05-C1A2-169306E1D47C}"/>
          </ac:spMkLst>
        </pc:spChg>
        <pc:picChg chg="add mod">
          <ac:chgData name="Aaditi U S" userId="55e8986b05f02954" providerId="LiveId" clId="{428F3A35-E05D-4589-A7D5-BADCAA4E3C16}" dt="2026-09-11T15:34:56.611" v="409" actId="1076"/>
          <ac:picMkLst>
            <pc:docMk/>
            <pc:sldMk cId="893417001" sldId="300"/>
            <ac:picMk id="3" creationId="{C43D5EFF-5E32-635E-FCBF-558810BA5DFA}"/>
          </ac:picMkLst>
        </pc:picChg>
        <pc:picChg chg="del mod">
          <ac:chgData name="Aaditi U S" userId="55e8986b05f02954" providerId="LiveId" clId="{428F3A35-E05D-4589-A7D5-BADCAA4E3C16}" dt="2026-09-11T15:34:23.488" v="402" actId="478"/>
          <ac:picMkLst>
            <pc:docMk/>
            <pc:sldMk cId="893417001" sldId="300"/>
            <ac:picMk id="12" creationId="{3E29AF1D-88C4-87E5-74DF-4E97121E06CE}"/>
          </ac:picMkLst>
        </pc:picChg>
        <pc:picChg chg="del">
          <ac:chgData name="Aaditi U S" userId="55e8986b05f02954" providerId="LiveId" clId="{428F3A35-E05D-4589-A7D5-BADCAA4E3C16}" dt="2026-09-11T15:34:25.220" v="403" actId="478"/>
          <ac:picMkLst>
            <pc:docMk/>
            <pc:sldMk cId="893417001" sldId="300"/>
            <ac:picMk id="13" creationId="{C81444F5-0692-DD67-1759-70821E53B029}"/>
          </ac:picMkLst>
        </pc:picChg>
      </pc:sldChg>
      <pc:sldChg chg="addSp delSp modSp mod">
        <pc:chgData name="Aaditi U S" userId="55e8986b05f02954" providerId="LiveId" clId="{428F3A35-E05D-4589-A7D5-BADCAA4E3C16}" dt="2026-09-11T15:48:44.227" v="484" actId="403"/>
        <pc:sldMkLst>
          <pc:docMk/>
          <pc:sldMk cId="1429961814" sldId="301"/>
        </pc:sldMkLst>
        <pc:spChg chg="del">
          <ac:chgData name="Aaditi U S" userId="55e8986b05f02954" providerId="LiveId" clId="{428F3A35-E05D-4589-A7D5-BADCAA4E3C16}" dt="2026-09-11T15:43:33.674" v="437" actId="21"/>
          <ac:spMkLst>
            <pc:docMk/>
            <pc:sldMk cId="1429961814" sldId="301"/>
            <ac:spMk id="2" creationId="{CCA977A3-5FA0-8FF5-E1D1-86C9ED676512}"/>
          </ac:spMkLst>
        </pc:spChg>
        <pc:spChg chg="add mod">
          <ac:chgData name="Aaditi U S" userId="55e8986b05f02954" providerId="LiveId" clId="{428F3A35-E05D-4589-A7D5-BADCAA4E3C16}" dt="2026-09-11T15:48:44.227" v="484" actId="403"/>
          <ac:spMkLst>
            <pc:docMk/>
            <pc:sldMk cId="1429961814" sldId="301"/>
            <ac:spMk id="9" creationId="{16C82832-7E5F-B874-0F79-0775F78F67C9}"/>
          </ac:spMkLst>
        </pc:spChg>
        <pc:picChg chg="del">
          <ac:chgData name="Aaditi U S" userId="55e8986b05f02954" providerId="LiveId" clId="{428F3A35-E05D-4589-A7D5-BADCAA4E3C16}" dt="2026-09-11T15:41:51.374" v="429" actId="478"/>
          <ac:picMkLst>
            <pc:docMk/>
            <pc:sldMk cId="1429961814" sldId="301"/>
            <ac:picMk id="4" creationId="{E430EE8C-8F89-5938-483F-00452050511A}"/>
          </ac:picMkLst>
        </pc:picChg>
        <pc:picChg chg="add del mod modCrop">
          <ac:chgData name="Aaditi U S" userId="55e8986b05f02954" providerId="LiveId" clId="{428F3A35-E05D-4589-A7D5-BADCAA4E3C16}" dt="2026-09-11T15:42:15.500" v="434" actId="478"/>
          <ac:picMkLst>
            <pc:docMk/>
            <pc:sldMk cId="1429961814" sldId="301"/>
            <ac:picMk id="5" creationId="{BF8E340F-1274-C51B-FB91-05E9F095D729}"/>
          </ac:picMkLst>
        </pc:picChg>
        <pc:picChg chg="add mod modCrop">
          <ac:chgData name="Aaditi U S" userId="55e8986b05f02954" providerId="LiveId" clId="{428F3A35-E05D-4589-A7D5-BADCAA4E3C16}" dt="2026-09-11T15:45:07.367" v="447" actId="1076"/>
          <ac:picMkLst>
            <pc:docMk/>
            <pc:sldMk cId="1429961814" sldId="301"/>
            <ac:picMk id="7" creationId="{954B71A9-250A-5EA6-A387-CCA0D9F4B1D1}"/>
          </ac:picMkLst>
        </pc:picChg>
      </pc:sldChg>
      <pc:sldChg chg="addSp delSp modSp mod">
        <pc:chgData name="Aaditi U S" userId="55e8986b05f02954" providerId="LiveId" clId="{428F3A35-E05D-4589-A7D5-BADCAA4E3C16}" dt="2026-09-11T15:51:18.405" v="517" actId="20577"/>
        <pc:sldMkLst>
          <pc:docMk/>
          <pc:sldMk cId="3585092305" sldId="302"/>
        </pc:sldMkLst>
        <pc:spChg chg="del">
          <ac:chgData name="Aaditi U S" userId="55e8986b05f02954" providerId="LiveId" clId="{428F3A35-E05D-4589-A7D5-BADCAA4E3C16}" dt="2026-09-11T15:46:01.480" v="451" actId="21"/>
          <ac:spMkLst>
            <pc:docMk/>
            <pc:sldMk cId="3585092305" sldId="302"/>
            <ac:spMk id="2" creationId="{9692D13D-6B69-03D8-BA22-587B943A2572}"/>
          </ac:spMkLst>
        </pc:spChg>
        <pc:spChg chg="add mod">
          <ac:chgData name="Aaditi U S" userId="55e8986b05f02954" providerId="LiveId" clId="{428F3A35-E05D-4589-A7D5-BADCAA4E3C16}" dt="2026-09-11T15:51:18.405" v="517" actId="20577"/>
          <ac:spMkLst>
            <pc:docMk/>
            <pc:sldMk cId="3585092305" sldId="302"/>
            <ac:spMk id="7" creationId="{4228D6A2-A6EA-E7E5-E256-3CEB08BC66F0}"/>
          </ac:spMkLst>
        </pc:spChg>
        <pc:picChg chg="add mod modCrop">
          <ac:chgData name="Aaditi U S" userId="55e8986b05f02954" providerId="LiveId" clId="{428F3A35-E05D-4589-A7D5-BADCAA4E3C16}" dt="2026-09-11T15:46:26.165" v="458" actId="1076"/>
          <ac:picMkLst>
            <pc:docMk/>
            <pc:sldMk cId="3585092305" sldId="302"/>
            <ac:picMk id="4" creationId="{CC9F88FA-2A4D-C109-BF79-030470664819}"/>
          </ac:picMkLst>
        </pc:picChg>
        <pc:picChg chg="del">
          <ac:chgData name="Aaditi U S" userId="55e8986b05f02954" providerId="LiveId" clId="{428F3A35-E05D-4589-A7D5-BADCAA4E3C16}" dt="2026-09-11T15:45:14.130" v="448" actId="21"/>
          <ac:picMkLst>
            <pc:docMk/>
            <pc:sldMk cId="3585092305" sldId="302"/>
            <ac:picMk id="5" creationId="{146B9DE6-C4BB-B81B-528A-B8789445C3FE}"/>
          </ac:picMkLst>
        </pc:picChg>
      </pc:sldChg>
      <pc:sldChg chg="addSp delSp modSp mod">
        <pc:chgData name="Aaditi U S" userId="55e8986b05f02954" providerId="LiveId" clId="{428F3A35-E05D-4589-A7D5-BADCAA4E3C16}" dt="2026-09-11T15:53:36.583" v="527" actId="1076"/>
        <pc:sldMkLst>
          <pc:docMk/>
          <pc:sldMk cId="2601907186" sldId="303"/>
        </pc:sldMkLst>
        <pc:spChg chg="del">
          <ac:chgData name="Aaditi U S" userId="55e8986b05f02954" providerId="LiveId" clId="{428F3A35-E05D-4589-A7D5-BADCAA4E3C16}" dt="2026-09-11T15:52:53.752" v="520" actId="21"/>
          <ac:spMkLst>
            <pc:docMk/>
            <pc:sldMk cId="2601907186" sldId="303"/>
            <ac:spMk id="2" creationId="{EB55001C-8880-8B09-8704-29D3F62E7A03}"/>
          </ac:spMkLst>
        </pc:spChg>
        <pc:spChg chg="add mod">
          <ac:chgData name="Aaditi U S" userId="55e8986b05f02954" providerId="LiveId" clId="{428F3A35-E05D-4589-A7D5-BADCAA4E3C16}" dt="2026-09-11T15:53:36.583" v="527" actId="1076"/>
          <ac:spMkLst>
            <pc:docMk/>
            <pc:sldMk cId="2601907186" sldId="303"/>
            <ac:spMk id="5" creationId="{0AE0589E-9915-3940-F398-F83BC31C07F4}"/>
          </ac:spMkLst>
        </pc:spChg>
        <pc:spChg chg="add del">
          <ac:chgData name="Aaditi U S" userId="55e8986b05f02954" providerId="LiveId" clId="{428F3A35-E05D-4589-A7D5-BADCAA4E3C16}" dt="2026-09-11T15:53:00.108" v="522" actId="21"/>
          <ac:spMkLst>
            <pc:docMk/>
            <pc:sldMk cId="2601907186" sldId="303"/>
            <ac:spMk id="7" creationId="{F12EBD9E-ADBF-AE01-1878-0FDA6E091B54}"/>
          </ac:spMkLst>
        </pc:spChg>
        <pc:picChg chg="del">
          <ac:chgData name="Aaditi U S" userId="55e8986b05f02954" providerId="LiveId" clId="{428F3A35-E05D-4589-A7D5-BADCAA4E3C16}" dt="2026-09-11T15:52:40.554" v="519" actId="478"/>
          <ac:picMkLst>
            <pc:docMk/>
            <pc:sldMk cId="2601907186" sldId="303"/>
            <ac:picMk id="4" creationId="{BA6C1B5E-405A-0E58-2397-353A88D82B9B}"/>
          </ac:picMkLst>
        </pc:picChg>
        <pc:picChg chg="add mod">
          <ac:chgData name="Aaditi U S" userId="55e8986b05f02954" providerId="LiveId" clId="{428F3A35-E05D-4589-A7D5-BADCAA4E3C16}" dt="2026-09-11T15:53:30.411" v="526" actId="1076"/>
          <ac:picMkLst>
            <pc:docMk/>
            <pc:sldMk cId="2601907186" sldId="303"/>
            <ac:picMk id="9" creationId="{E05F49FB-60EC-77B7-0B83-44E74381C470}"/>
          </ac:picMkLst>
        </pc:picChg>
      </pc:sldChg>
      <pc:sldChg chg="modSp mod">
        <pc:chgData name="Aaditi U S" userId="55e8986b05f02954" providerId="LiveId" clId="{428F3A35-E05D-4589-A7D5-BADCAA4E3C16}" dt="2026-09-11T16:09:27.384" v="647" actId="1076"/>
        <pc:sldMkLst>
          <pc:docMk/>
          <pc:sldMk cId="2325282270" sldId="304"/>
        </pc:sldMkLst>
        <pc:spChg chg="mod">
          <ac:chgData name="Aaditi U S" userId="55e8986b05f02954" providerId="LiveId" clId="{428F3A35-E05D-4589-A7D5-BADCAA4E3C16}" dt="2026-09-11T16:09:27.384" v="647" actId="1076"/>
          <ac:spMkLst>
            <pc:docMk/>
            <pc:sldMk cId="2325282270" sldId="304"/>
            <ac:spMk id="3" creationId="{ED65F54F-855A-0DB6-09A6-3212C5F7405B}"/>
          </ac:spMkLst>
        </pc:spChg>
      </pc:sldChg>
      <pc:sldChg chg="modSp mod">
        <pc:chgData name="Aaditi U S" userId="55e8986b05f02954" providerId="LiveId" clId="{428F3A35-E05D-4589-A7D5-BADCAA4E3C16}" dt="2026-09-11T16:15:35.404" v="655" actId="255"/>
        <pc:sldMkLst>
          <pc:docMk/>
          <pc:sldMk cId="740028465" sldId="306"/>
        </pc:sldMkLst>
        <pc:spChg chg="mod">
          <ac:chgData name="Aaditi U S" userId="55e8986b05f02954" providerId="LiveId" clId="{428F3A35-E05D-4589-A7D5-BADCAA4E3C16}" dt="2026-09-11T16:15:35.404" v="655" actId="255"/>
          <ac:spMkLst>
            <pc:docMk/>
            <pc:sldMk cId="740028465" sldId="306"/>
            <ac:spMk id="279" creationId="{EAFA16CB-0A72-5AC5-69A0-ABF4A752B43F}"/>
          </ac:spMkLst>
        </pc:spChg>
      </pc:sldChg>
      <pc:sldChg chg="addSp delSp modSp mod">
        <pc:chgData name="Aaditi U S" userId="55e8986b05f02954" providerId="LiveId" clId="{428F3A35-E05D-4589-A7D5-BADCAA4E3C16}" dt="2026-09-11T16:20:45.460" v="665" actId="1076"/>
        <pc:sldMkLst>
          <pc:docMk/>
          <pc:sldMk cId="2833482715" sldId="307"/>
        </pc:sldMkLst>
        <pc:grpChg chg="del">
          <ac:chgData name="Aaditi U S" userId="55e8986b05f02954" providerId="LiveId" clId="{428F3A35-E05D-4589-A7D5-BADCAA4E3C16}" dt="2026-09-11T16:20:19.551" v="656" actId="478"/>
          <ac:grpSpMkLst>
            <pc:docMk/>
            <pc:sldMk cId="2833482715" sldId="307"/>
            <ac:grpSpMk id="8" creationId="{F8E1A664-937F-0995-A503-E9C101158D8C}"/>
          </ac:grpSpMkLst>
        </pc:grpChg>
        <pc:picChg chg="add mod modCrop">
          <ac:chgData name="Aaditi U S" userId="55e8986b05f02954" providerId="LiveId" clId="{428F3A35-E05D-4589-A7D5-BADCAA4E3C16}" dt="2026-09-11T16:20:45.460" v="665" actId="1076"/>
          <ac:picMkLst>
            <pc:docMk/>
            <pc:sldMk cId="2833482715" sldId="307"/>
            <ac:picMk id="4" creationId="{162B326C-036C-135D-25FA-863ACA1A496A}"/>
          </ac:picMkLst>
        </pc:picChg>
      </pc:sldChg>
      <pc:sldChg chg="addSp delSp modSp mod">
        <pc:chgData name="Aaditi U S" userId="55e8986b05f02954" providerId="LiveId" clId="{428F3A35-E05D-4589-A7D5-BADCAA4E3C16}" dt="2026-09-11T16:21:28.456" v="672" actId="1076"/>
        <pc:sldMkLst>
          <pc:docMk/>
          <pc:sldMk cId="4175177701" sldId="308"/>
        </pc:sldMkLst>
        <pc:picChg chg="add mod modCrop">
          <ac:chgData name="Aaditi U S" userId="55e8986b05f02954" providerId="LiveId" clId="{428F3A35-E05D-4589-A7D5-BADCAA4E3C16}" dt="2026-09-11T16:21:28.456" v="672" actId="1076"/>
          <ac:picMkLst>
            <pc:docMk/>
            <pc:sldMk cId="4175177701" sldId="308"/>
            <ac:picMk id="3" creationId="{7B7A9EB6-F2A4-BFA6-BEB0-6F9EBC59FC06}"/>
          </ac:picMkLst>
        </pc:picChg>
        <pc:picChg chg="del">
          <ac:chgData name="Aaditi U S" userId="55e8986b05f02954" providerId="LiveId" clId="{428F3A35-E05D-4589-A7D5-BADCAA4E3C16}" dt="2026-09-11T16:21:12.900" v="666" actId="478"/>
          <ac:picMkLst>
            <pc:docMk/>
            <pc:sldMk cId="4175177701" sldId="308"/>
            <ac:picMk id="4" creationId="{099C3698-991D-7A38-C456-893C84C23FC9}"/>
          </ac:picMkLst>
        </pc:picChg>
      </pc:sldChg>
      <pc:sldChg chg="addSp delSp modSp add mod">
        <pc:chgData name="Aaditi U S" userId="55e8986b05f02954" providerId="LiveId" clId="{428F3A35-E05D-4589-A7D5-BADCAA4E3C16}" dt="2026-09-11T15:54:32.665" v="534" actId="21"/>
        <pc:sldMkLst>
          <pc:docMk/>
          <pc:sldMk cId="2572151442" sldId="310"/>
        </pc:sldMkLst>
        <pc:spChg chg="del mod">
          <ac:chgData name="Aaditi U S" userId="55e8986b05f02954" providerId="LiveId" clId="{428F3A35-E05D-4589-A7D5-BADCAA4E3C16}" dt="2026-09-11T15:54:32.665" v="534" actId="21"/>
          <ac:spMkLst>
            <pc:docMk/>
            <pc:sldMk cId="2572151442" sldId="310"/>
            <ac:spMk id="5" creationId="{1C61B65D-D8E5-495B-A7C5-19830EE8ABE6}"/>
          </ac:spMkLst>
        </pc:spChg>
        <pc:picChg chg="add mod">
          <ac:chgData name="Aaditi U S" userId="55e8986b05f02954" providerId="LiveId" clId="{428F3A35-E05D-4589-A7D5-BADCAA4E3C16}" dt="2026-09-11T15:54:26.786" v="532" actId="1076"/>
          <ac:picMkLst>
            <pc:docMk/>
            <pc:sldMk cId="2572151442" sldId="310"/>
            <ac:picMk id="3" creationId="{2A2F7E90-6AE8-34B7-30E8-746144BC3BE6}"/>
          </ac:picMkLst>
        </pc:picChg>
        <pc:picChg chg="del">
          <ac:chgData name="Aaditi U S" userId="55e8986b05f02954" providerId="LiveId" clId="{428F3A35-E05D-4589-A7D5-BADCAA4E3C16}" dt="2026-09-11T15:53:47.189" v="529" actId="478"/>
          <ac:picMkLst>
            <pc:docMk/>
            <pc:sldMk cId="2572151442" sldId="310"/>
            <ac:picMk id="9" creationId="{1DDD2B6A-68D8-8F19-A077-F13D1A136F10}"/>
          </ac:picMkLst>
        </pc:picChg>
      </pc:sldChg>
      <pc:sldChg chg="addSp delSp modSp add mod">
        <pc:chgData name="Aaditi U S" userId="55e8986b05f02954" providerId="LiveId" clId="{428F3A35-E05D-4589-A7D5-BADCAA4E3C16}" dt="2026-09-11T15:55:20.117" v="544" actId="1076"/>
        <pc:sldMkLst>
          <pc:docMk/>
          <pc:sldMk cId="77150681" sldId="311"/>
        </pc:sldMkLst>
        <pc:picChg chg="del">
          <ac:chgData name="Aaditi U S" userId="55e8986b05f02954" providerId="LiveId" clId="{428F3A35-E05D-4589-A7D5-BADCAA4E3C16}" dt="2026-09-11T15:55:05.199" v="538" actId="478"/>
          <ac:picMkLst>
            <pc:docMk/>
            <pc:sldMk cId="77150681" sldId="311"/>
            <ac:picMk id="3" creationId="{CA57D9B9-38DE-EDD6-D627-A7B56030C03D}"/>
          </ac:picMkLst>
        </pc:picChg>
        <pc:picChg chg="add mod modCrop">
          <ac:chgData name="Aaditi U S" userId="55e8986b05f02954" providerId="LiveId" clId="{428F3A35-E05D-4589-A7D5-BADCAA4E3C16}" dt="2026-09-11T15:55:20.117" v="544" actId="1076"/>
          <ac:picMkLst>
            <pc:docMk/>
            <pc:sldMk cId="77150681" sldId="311"/>
            <ac:picMk id="4" creationId="{5A6B4964-7E6C-6B4B-D452-1BA33393F2AF}"/>
          </ac:picMkLst>
        </pc:picChg>
      </pc:sldChg>
      <pc:sldChg chg="addSp delSp modSp add mod">
        <pc:chgData name="Aaditi U S" userId="55e8986b05f02954" providerId="LiveId" clId="{428F3A35-E05D-4589-A7D5-BADCAA4E3C16}" dt="2026-09-11T15:55:51.022" v="547" actId="1076"/>
        <pc:sldMkLst>
          <pc:docMk/>
          <pc:sldMk cId="3026724773" sldId="312"/>
        </pc:sldMkLst>
        <pc:picChg chg="del">
          <ac:chgData name="Aaditi U S" userId="55e8986b05f02954" providerId="LiveId" clId="{428F3A35-E05D-4589-A7D5-BADCAA4E3C16}" dt="2026-09-11T15:55:23.515" v="545" actId="478"/>
          <ac:picMkLst>
            <pc:docMk/>
            <pc:sldMk cId="3026724773" sldId="312"/>
            <ac:picMk id="3" creationId="{160D259F-6FDD-3AF2-FDCD-76E53AA1D35A}"/>
          </ac:picMkLst>
        </pc:picChg>
        <pc:picChg chg="add mod">
          <ac:chgData name="Aaditi U S" userId="55e8986b05f02954" providerId="LiveId" clId="{428F3A35-E05D-4589-A7D5-BADCAA4E3C16}" dt="2026-09-11T15:55:51.022" v="547" actId="1076"/>
          <ac:picMkLst>
            <pc:docMk/>
            <pc:sldMk cId="3026724773" sldId="312"/>
            <ac:picMk id="4" creationId="{1795CB7D-2521-C92E-9943-FA31605DBC4C}"/>
          </ac:picMkLst>
        </pc:picChg>
      </pc:sldChg>
      <pc:sldChg chg="addSp delSp modSp add mod">
        <pc:chgData name="Aaditi U S" userId="55e8986b05f02954" providerId="LiveId" clId="{428F3A35-E05D-4589-A7D5-BADCAA4E3C16}" dt="2026-09-11T15:56:39.308" v="555" actId="1076"/>
        <pc:sldMkLst>
          <pc:docMk/>
          <pc:sldMk cId="964040125" sldId="313"/>
        </pc:sldMkLst>
        <pc:picChg chg="del">
          <ac:chgData name="Aaditi U S" userId="55e8986b05f02954" providerId="LiveId" clId="{428F3A35-E05D-4589-A7D5-BADCAA4E3C16}" dt="2026-09-11T15:55:59.489" v="548" actId="478"/>
          <ac:picMkLst>
            <pc:docMk/>
            <pc:sldMk cId="964040125" sldId="313"/>
            <ac:picMk id="3" creationId="{AF44FA48-D4BC-FC36-C848-BEA9C646087B}"/>
          </ac:picMkLst>
        </pc:picChg>
        <pc:picChg chg="add mod">
          <ac:chgData name="Aaditi U S" userId="55e8986b05f02954" providerId="LiveId" clId="{428F3A35-E05D-4589-A7D5-BADCAA4E3C16}" dt="2026-09-11T15:56:39.308" v="555" actId="1076"/>
          <ac:picMkLst>
            <pc:docMk/>
            <pc:sldMk cId="964040125" sldId="313"/>
            <ac:picMk id="4" creationId="{EB3D2DE3-4600-001D-0DEF-72EABE3705C0}"/>
          </ac:picMkLst>
        </pc:picChg>
      </pc:sldChg>
      <pc:sldChg chg="addSp delSp modSp add mod">
        <pc:chgData name="Aaditi U S" userId="55e8986b05f02954" providerId="LiveId" clId="{428F3A35-E05D-4589-A7D5-BADCAA4E3C16}" dt="2026-09-11T15:59:26.462" v="571" actId="732"/>
        <pc:sldMkLst>
          <pc:docMk/>
          <pc:sldMk cId="3589333262" sldId="314"/>
        </pc:sldMkLst>
        <pc:picChg chg="add del mod modCrop">
          <ac:chgData name="Aaditi U S" userId="55e8986b05f02954" providerId="LiveId" clId="{428F3A35-E05D-4589-A7D5-BADCAA4E3C16}" dt="2026-09-11T15:59:17.914" v="568" actId="478"/>
          <ac:picMkLst>
            <pc:docMk/>
            <pc:sldMk cId="3589333262" sldId="314"/>
            <ac:picMk id="3" creationId="{BE030F37-2D59-B690-B321-BFB4CDCFC665}"/>
          </ac:picMkLst>
        </pc:picChg>
        <pc:picChg chg="del">
          <ac:chgData name="Aaditi U S" userId="55e8986b05f02954" providerId="LiveId" clId="{428F3A35-E05D-4589-A7D5-BADCAA4E3C16}" dt="2026-09-11T15:56:55.188" v="559" actId="478"/>
          <ac:picMkLst>
            <pc:docMk/>
            <pc:sldMk cId="3589333262" sldId="314"/>
            <ac:picMk id="4" creationId="{F12D825D-4577-E038-6A30-CBC8936F0FAA}"/>
          </ac:picMkLst>
        </pc:picChg>
        <pc:picChg chg="add mod modCrop">
          <ac:chgData name="Aaditi U S" userId="55e8986b05f02954" providerId="LiveId" clId="{428F3A35-E05D-4589-A7D5-BADCAA4E3C16}" dt="2026-09-11T15:59:26.462" v="571" actId="732"/>
          <ac:picMkLst>
            <pc:docMk/>
            <pc:sldMk cId="3589333262" sldId="314"/>
            <ac:picMk id="6" creationId="{BD39459E-A22D-7C2A-0CB1-D8DF4B2755F0}"/>
          </ac:picMkLst>
        </pc:picChg>
      </pc:sldChg>
      <pc:sldChg chg="addSp delSp modSp add mod">
        <pc:chgData name="Aaditi U S" userId="55e8986b05f02954" providerId="LiveId" clId="{428F3A35-E05D-4589-A7D5-BADCAA4E3C16}" dt="2026-09-11T16:01:01.650" v="588" actId="403"/>
        <pc:sldMkLst>
          <pc:docMk/>
          <pc:sldMk cId="4184792783" sldId="315"/>
        </pc:sldMkLst>
        <pc:spChg chg="add mod">
          <ac:chgData name="Aaditi U S" userId="55e8986b05f02954" providerId="LiveId" clId="{428F3A35-E05D-4589-A7D5-BADCAA4E3C16}" dt="2026-09-11T16:01:01.650" v="588" actId="403"/>
          <ac:spMkLst>
            <pc:docMk/>
            <pc:sldMk cId="4184792783" sldId="315"/>
            <ac:spMk id="8" creationId="{134D66BB-5607-32D3-1E94-F834B22488DA}"/>
          </ac:spMkLst>
        </pc:spChg>
        <pc:picChg chg="add del mod">
          <ac:chgData name="Aaditi U S" userId="55e8986b05f02954" providerId="LiveId" clId="{428F3A35-E05D-4589-A7D5-BADCAA4E3C16}" dt="2026-09-11T15:59:45.870" v="572" actId="478"/>
          <ac:picMkLst>
            <pc:docMk/>
            <pc:sldMk cId="4184792783" sldId="315"/>
            <ac:picMk id="3" creationId="{BE607768-5439-B70F-A3BE-620BE085B47C}"/>
          </ac:picMkLst>
        </pc:picChg>
        <pc:picChg chg="del">
          <ac:chgData name="Aaditi U S" userId="55e8986b05f02954" providerId="LiveId" clId="{428F3A35-E05D-4589-A7D5-BADCAA4E3C16}" dt="2026-09-11T15:58:00.466" v="565" actId="478"/>
          <ac:picMkLst>
            <pc:docMk/>
            <pc:sldMk cId="4184792783" sldId="315"/>
            <ac:picMk id="4" creationId="{D604C0BB-DA90-E3FD-987B-2C02F4D9E941}"/>
          </ac:picMkLst>
        </pc:picChg>
        <pc:picChg chg="add mod">
          <ac:chgData name="Aaditi U S" userId="55e8986b05f02954" providerId="LiveId" clId="{428F3A35-E05D-4589-A7D5-BADCAA4E3C16}" dt="2026-09-11T16:00:48.525" v="585" actId="14100"/>
          <ac:picMkLst>
            <pc:docMk/>
            <pc:sldMk cId="4184792783" sldId="315"/>
            <ac:picMk id="6" creationId="{8AA173B9-D8F8-DD24-E31F-C9A7689B8AEB}"/>
          </ac:picMkLst>
        </pc:picChg>
      </pc:sldChg>
      <pc:sldChg chg="add">
        <pc:chgData name="Aaditi U S" userId="55e8986b05f02954" providerId="LiveId" clId="{428F3A35-E05D-4589-A7D5-BADCAA4E3C16}" dt="2026-09-11T15:56:50.146" v="558" actId="2890"/>
        <pc:sldMkLst>
          <pc:docMk/>
          <pc:sldMk cId="988954907" sldId="316"/>
        </pc:sldMkLst>
      </pc:sldChg>
      <pc:sldChg chg="addSp delSp modSp add mod">
        <pc:chgData name="Aaditi U S" userId="55e8986b05f02954" providerId="LiveId" clId="{428F3A35-E05D-4589-A7D5-BADCAA4E3C16}" dt="2026-09-11T16:03:42.983" v="608" actId="1076"/>
        <pc:sldMkLst>
          <pc:docMk/>
          <pc:sldMk cId="4248147899" sldId="317"/>
        </pc:sldMkLst>
        <pc:picChg chg="add mod">
          <ac:chgData name="Aaditi U S" userId="55e8986b05f02954" providerId="LiveId" clId="{428F3A35-E05D-4589-A7D5-BADCAA4E3C16}" dt="2026-09-11T16:03:42.983" v="608" actId="1076"/>
          <ac:picMkLst>
            <pc:docMk/>
            <pc:sldMk cId="4248147899" sldId="317"/>
            <ac:picMk id="3" creationId="{67B11432-5D2A-9F30-839F-3C0E6A27E255}"/>
          </ac:picMkLst>
        </pc:picChg>
        <pc:picChg chg="del">
          <ac:chgData name="Aaditi U S" userId="55e8986b05f02954" providerId="LiveId" clId="{428F3A35-E05D-4589-A7D5-BADCAA4E3C16}" dt="2026-09-11T16:03:10.130" v="605" actId="478"/>
          <ac:picMkLst>
            <pc:docMk/>
            <pc:sldMk cId="4248147899" sldId="317"/>
            <ac:picMk id="4" creationId="{8961C850-2FD2-83D8-B161-0E6B956E3A83}"/>
          </ac:picMkLst>
        </pc:picChg>
      </pc:sldChg>
      <pc:sldChg chg="addSp delSp modSp add mod">
        <pc:chgData name="Aaditi U S" userId="55e8986b05f02954" providerId="LiveId" clId="{428F3A35-E05D-4589-A7D5-BADCAA4E3C16}" dt="2026-09-11T16:03:06.527" v="604" actId="1076"/>
        <pc:sldMkLst>
          <pc:docMk/>
          <pc:sldMk cId="3545241518" sldId="318"/>
        </pc:sldMkLst>
        <pc:picChg chg="add mod">
          <ac:chgData name="Aaditi U S" userId="55e8986b05f02954" providerId="LiveId" clId="{428F3A35-E05D-4589-A7D5-BADCAA4E3C16}" dt="2026-09-11T16:03:06.527" v="604" actId="1076"/>
          <ac:picMkLst>
            <pc:docMk/>
            <pc:sldMk cId="3545241518" sldId="318"/>
            <ac:picMk id="3" creationId="{D623DE6F-8E2E-3C4F-DF52-002C6A7714D8}"/>
          </ac:picMkLst>
        </pc:picChg>
        <pc:picChg chg="del">
          <ac:chgData name="Aaditi U S" userId="55e8986b05f02954" providerId="LiveId" clId="{428F3A35-E05D-4589-A7D5-BADCAA4E3C16}" dt="2026-09-11T16:02:35.057" v="600" actId="478"/>
          <ac:picMkLst>
            <pc:docMk/>
            <pc:sldMk cId="3545241518" sldId="318"/>
            <ac:picMk id="4" creationId="{8BA1772A-D83C-F6EA-74FC-B172EA0E558A}"/>
          </ac:picMkLst>
        </pc:picChg>
      </pc:sldChg>
      <pc:sldChg chg="addSp delSp modSp add mod">
        <pc:chgData name="Aaditi U S" userId="55e8986b05f02954" providerId="LiveId" clId="{428F3A35-E05D-4589-A7D5-BADCAA4E3C16}" dt="2026-09-11T16:02:31.361" v="599" actId="1076"/>
        <pc:sldMkLst>
          <pc:docMk/>
          <pc:sldMk cId="3909681324" sldId="319"/>
        </pc:sldMkLst>
        <pc:picChg chg="add mod">
          <ac:chgData name="Aaditi U S" userId="55e8986b05f02954" providerId="LiveId" clId="{428F3A35-E05D-4589-A7D5-BADCAA4E3C16}" dt="2026-09-11T16:02:31.361" v="599" actId="1076"/>
          <ac:picMkLst>
            <pc:docMk/>
            <pc:sldMk cId="3909681324" sldId="319"/>
            <ac:picMk id="3" creationId="{A60C3B8D-5CCA-D7CD-60D1-445788B3D854}"/>
          </ac:picMkLst>
        </pc:picChg>
        <pc:picChg chg="del">
          <ac:chgData name="Aaditi U S" userId="55e8986b05f02954" providerId="LiveId" clId="{428F3A35-E05D-4589-A7D5-BADCAA4E3C16}" dt="2026-09-11T16:02:03.884" v="596" actId="478"/>
          <ac:picMkLst>
            <pc:docMk/>
            <pc:sldMk cId="3909681324" sldId="319"/>
            <ac:picMk id="4" creationId="{1DDF0FF1-AF7E-4515-6A81-2618D2B75509}"/>
          </ac:picMkLst>
        </pc:picChg>
      </pc:sldChg>
      <pc:sldChg chg="addSp delSp modSp add mod">
        <pc:chgData name="Aaditi U S" userId="55e8986b05f02954" providerId="LiveId" clId="{428F3A35-E05D-4589-A7D5-BADCAA4E3C16}" dt="2026-09-11T16:01:57.193" v="595" actId="1076"/>
        <pc:sldMkLst>
          <pc:docMk/>
          <pc:sldMk cId="1555252659" sldId="320"/>
        </pc:sldMkLst>
        <pc:picChg chg="add mod">
          <ac:chgData name="Aaditi U S" userId="55e8986b05f02954" providerId="LiveId" clId="{428F3A35-E05D-4589-A7D5-BADCAA4E3C16}" dt="2026-09-11T16:01:57.193" v="595" actId="1076"/>
          <ac:picMkLst>
            <pc:docMk/>
            <pc:sldMk cId="1555252659" sldId="320"/>
            <ac:picMk id="3" creationId="{3BCD983B-FC2A-D363-723E-9ACE53782F1A}"/>
          </ac:picMkLst>
        </pc:picChg>
        <pc:picChg chg="del">
          <ac:chgData name="Aaditi U S" userId="55e8986b05f02954" providerId="LiveId" clId="{428F3A35-E05D-4589-A7D5-BADCAA4E3C16}" dt="2026-09-11T16:01:53.096" v="593" actId="478"/>
          <ac:picMkLst>
            <pc:docMk/>
            <pc:sldMk cId="1555252659" sldId="320"/>
            <ac:picMk id="4" creationId="{3BD30C99-4E60-AD16-6A91-68FB3050DE6A}"/>
          </ac:picMkLst>
        </pc:picChg>
      </pc:sldChg>
      <pc:sldChg chg="addSp delSp modSp add mod">
        <pc:chgData name="Aaditi U S" userId="55e8986b05f02954" providerId="LiveId" clId="{428F3A35-E05D-4589-A7D5-BADCAA4E3C16}" dt="2026-09-11T16:04:54.275" v="620" actId="1076"/>
        <pc:sldMkLst>
          <pc:docMk/>
          <pc:sldMk cId="677245258" sldId="321"/>
        </pc:sldMkLst>
        <pc:picChg chg="del">
          <ac:chgData name="Aaditi U S" userId="55e8986b05f02954" providerId="LiveId" clId="{428F3A35-E05D-4589-A7D5-BADCAA4E3C16}" dt="2026-09-11T16:04:29.825" v="617" actId="478"/>
          <ac:picMkLst>
            <pc:docMk/>
            <pc:sldMk cId="677245258" sldId="321"/>
            <ac:picMk id="3" creationId="{276828F6-6E7F-F8C7-DBD1-2A7A343415DB}"/>
          </ac:picMkLst>
        </pc:picChg>
        <pc:picChg chg="add mod">
          <ac:chgData name="Aaditi U S" userId="55e8986b05f02954" providerId="LiveId" clId="{428F3A35-E05D-4589-A7D5-BADCAA4E3C16}" dt="2026-09-11T16:04:54.275" v="620" actId="1076"/>
          <ac:picMkLst>
            <pc:docMk/>
            <pc:sldMk cId="677245258" sldId="321"/>
            <ac:picMk id="4" creationId="{41C3C2A1-6BF8-CF01-FC22-C87B7F679A9F}"/>
          </ac:picMkLst>
        </pc:picChg>
      </pc:sldChg>
      <pc:sldChg chg="addSp delSp modSp add mod">
        <pc:chgData name="Aaditi U S" userId="55e8986b05f02954" providerId="LiveId" clId="{428F3A35-E05D-4589-A7D5-BADCAA4E3C16}" dt="2026-09-11T16:04:27.488" v="616" actId="1076"/>
        <pc:sldMkLst>
          <pc:docMk/>
          <pc:sldMk cId="2383669502" sldId="322"/>
        </pc:sldMkLst>
        <pc:picChg chg="del">
          <ac:chgData name="Aaditi U S" userId="55e8986b05f02954" providerId="LiveId" clId="{428F3A35-E05D-4589-A7D5-BADCAA4E3C16}" dt="2026-09-11T16:03:51.809" v="611" actId="478"/>
          <ac:picMkLst>
            <pc:docMk/>
            <pc:sldMk cId="2383669502" sldId="322"/>
            <ac:picMk id="3" creationId="{1A83A960-98F3-29D1-41D0-795D0488FCB7}"/>
          </ac:picMkLst>
        </pc:picChg>
        <pc:picChg chg="add mod">
          <ac:chgData name="Aaditi U S" userId="55e8986b05f02954" providerId="LiveId" clId="{428F3A35-E05D-4589-A7D5-BADCAA4E3C16}" dt="2026-09-11T16:04:27.488" v="616" actId="1076"/>
          <ac:picMkLst>
            <pc:docMk/>
            <pc:sldMk cId="2383669502" sldId="322"/>
            <ac:picMk id="4" creationId="{7D8BDAA3-D245-ED4D-94E0-3FF59DB0CEF2}"/>
          </ac:picMkLst>
        </pc:picChg>
      </pc:sldChg>
      <pc:sldChg chg="addSp delSp modSp add mod">
        <pc:chgData name="Aaditi U S" userId="55e8986b05f02954" providerId="LiveId" clId="{428F3A35-E05D-4589-A7D5-BADCAA4E3C16}" dt="2026-09-11T16:06:16.864" v="626" actId="1076"/>
        <pc:sldMkLst>
          <pc:docMk/>
          <pc:sldMk cId="1726434680" sldId="323"/>
        </pc:sldMkLst>
        <pc:picChg chg="add mod">
          <ac:chgData name="Aaditi U S" userId="55e8986b05f02954" providerId="LiveId" clId="{428F3A35-E05D-4589-A7D5-BADCAA4E3C16}" dt="2026-09-11T16:06:16.864" v="626" actId="1076"/>
          <ac:picMkLst>
            <pc:docMk/>
            <pc:sldMk cId="1726434680" sldId="323"/>
            <ac:picMk id="3" creationId="{A77572F3-D399-0C4A-7E35-0467A43512F0}"/>
          </ac:picMkLst>
        </pc:picChg>
        <pc:picChg chg="del">
          <ac:chgData name="Aaditi U S" userId="55e8986b05f02954" providerId="LiveId" clId="{428F3A35-E05D-4589-A7D5-BADCAA4E3C16}" dt="2026-09-11T16:05:06.865" v="623" actId="478"/>
          <ac:picMkLst>
            <pc:docMk/>
            <pc:sldMk cId="1726434680" sldId="323"/>
            <ac:picMk id="4" creationId="{5633D707-9FAE-C1C2-FE35-2371F83D447C}"/>
          </ac:picMkLst>
        </pc:picChg>
      </pc:sldChg>
      <pc:sldChg chg="addSp delSp modSp add mod">
        <pc:chgData name="Aaditi U S" userId="55e8986b05f02954" providerId="LiveId" clId="{428F3A35-E05D-4589-A7D5-BADCAA4E3C16}" dt="2026-09-11T16:07:35.945" v="635" actId="1076"/>
        <pc:sldMkLst>
          <pc:docMk/>
          <pc:sldMk cId="3975141678" sldId="324"/>
        </pc:sldMkLst>
        <pc:spChg chg="add mod">
          <ac:chgData name="Aaditi U S" userId="55e8986b05f02954" providerId="LiveId" clId="{428F3A35-E05D-4589-A7D5-BADCAA4E3C16}" dt="2026-09-11T16:07:35.945" v="635" actId="1076"/>
          <ac:spMkLst>
            <pc:docMk/>
            <pc:sldMk cId="3975141678" sldId="324"/>
            <ac:spMk id="6" creationId="{F6D9BBB5-EC5F-9234-7AA7-86D2F770D596}"/>
          </ac:spMkLst>
        </pc:spChg>
        <pc:picChg chg="add mod">
          <ac:chgData name="Aaditi U S" userId="55e8986b05f02954" providerId="LiveId" clId="{428F3A35-E05D-4589-A7D5-BADCAA4E3C16}" dt="2026-09-11T16:06:51.640" v="631" actId="14100"/>
          <ac:picMkLst>
            <pc:docMk/>
            <pc:sldMk cId="3975141678" sldId="324"/>
            <ac:picMk id="3" creationId="{5BBC46F9-53CF-D463-A25A-F93FCEFC6590}"/>
          </ac:picMkLst>
        </pc:picChg>
        <pc:picChg chg="del">
          <ac:chgData name="Aaditi U S" userId="55e8986b05f02954" providerId="LiveId" clId="{428F3A35-E05D-4589-A7D5-BADCAA4E3C16}" dt="2026-09-11T16:06:19.975" v="627" actId="478"/>
          <ac:picMkLst>
            <pc:docMk/>
            <pc:sldMk cId="3975141678" sldId="324"/>
            <ac:picMk id="4" creationId="{6A3960D2-B596-D3F4-533F-39484A9FCF1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E1C0FC43-92CA-815E-2628-49550D4AA24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A714DD0-C17C-0816-1996-6DFC482BDF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EF7580F7-C009-C03A-FBC1-C1A747FCC0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2695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FD92C3C-0461-28F0-6651-4579EB98A4B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AC3CEAE-C255-7911-1AE3-09E5D3CE5D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C81DF4B-EA8D-9F19-3E93-EB9C492DB9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0783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2B220437-EBC0-88E1-F4D7-C5496B9C5165}"/>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06D6713-C355-3EC0-670A-A4F345B02C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3220406-5A41-3025-1A1D-D555EAA152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7584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E88CC926-07E4-B4F8-0407-194DC8ACE56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5B80EFE-A3A6-BF8F-8D8E-463EAD96C7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E17F8FBE-0AE4-58CB-9420-6D9B1511F7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4844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9C5F1C2-0F89-4AAF-4607-F4B7671DF5A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1635D14-3E7C-3317-A33E-4820A99CBE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3AE211F8-4B59-886C-8306-41836DA71A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3818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3DE50E2-D6BB-12A6-29AE-0E7CB42E224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8B14D9D-806A-C80A-1087-0BCEAA3604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DD62F4C-AC43-3167-32A3-99915BDF85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6657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893EB8C-7095-0EF8-887D-60E6115D0E50}"/>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EEA71AB-435E-D431-8079-8F064EF7DB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62C6CC4-FFDD-891C-F27E-06076E5B99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0583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B05C666-F717-BCB2-B15A-A4F85A62D16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7B30AE3-9C53-4DF0-4E87-E7B142C319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7A580A6-DEFE-C7C5-CADA-8A6636CEEB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1767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105F14C-E5DF-5B80-C9AF-CA1E5F7838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19C3F4F-25BB-98A8-5CEE-69994A9B49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8B5EAA3F-06B7-390B-1E15-C9971C2B3F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0733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E73E3C90-0C89-E18D-2F1B-13892B3A31BB}"/>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66109CA-1DC5-90A0-EA9E-BBFC79B063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6163137D-0806-FA4E-A144-11A8AEF9FB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336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E6FBD2A1-B192-6830-1599-09EB6C31172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3C25865-47FC-FB18-BFE0-7E706A1A99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3E34FAB4-5688-23F8-F113-08B2D5AD31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4342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885C6E1-BB35-567C-476D-946066AF93C0}"/>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3B7E9D5-DAD4-0DDE-71CA-25D740646D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5919894-1CD2-DA1D-9936-0D92644D49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72204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8BA2123-39BE-2502-4F17-23DE9EA1F9E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DBD254A-1556-B157-D163-400438D288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E93943A-971F-C189-7262-FFC080B811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05727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4E65EAD-1833-5837-B0AC-D85569AC334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3B0075A8-E37B-7F29-D82D-C99BEF0664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EA7F407E-A6CE-38EF-A530-ED153E38B5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7943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AE9F2F6-CAB4-2607-0F64-D5C8D0ECA0B5}"/>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DAFBF639-A480-A57C-6FD0-6C7DDC5BC3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049CD712-CE89-0621-023D-287BEB2EF5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43496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77167484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Aaditi Udaya Shankar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aaditiudayashankar2004@gmail.com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9108745038</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IN" sz="2800" dirty="0"/>
              <a:t>Domain of Project – Food &amp; Lifestyle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IN" sz="2800" dirty="0" err="1"/>
              <a:t>SmartRecipe</a:t>
            </a:r>
            <a:r>
              <a:rPr lang="en-IN" sz="2800" dirty="0"/>
              <a:t> – AI Recipe Preparation Agent</a:t>
            </a:r>
            <a:endParaRPr lang="en-IN" sz="2800" b="1" dirty="0">
              <a:highlight>
                <a:srgbClr val="FFFF00"/>
              </a:highlight>
            </a:endParaRPr>
          </a:p>
        </p:txBody>
      </p:sp>
      <p:pic>
        <p:nvPicPr>
          <p:cNvPr id="5" name="Picture 4">
            <a:extLst>
              <a:ext uri="{FF2B5EF4-FFF2-40B4-BE49-F238E27FC236}">
                <a16:creationId xmlns:a16="http://schemas.microsoft.com/office/drawing/2014/main" id="{A1F5458F-9103-1E33-1DEC-C14987F12668}"/>
              </a:ext>
            </a:extLst>
          </p:cNvPr>
          <p:cNvPicPr>
            <a:picLocks noChangeAspect="1"/>
          </p:cNvPicPr>
          <p:nvPr/>
        </p:nvPicPr>
        <p:blipFill>
          <a:blip r:embed="rId3"/>
          <a:stretch>
            <a:fillRect/>
          </a:stretch>
        </p:blipFill>
        <p:spPr>
          <a:xfrm>
            <a:off x="4183358" y="3676586"/>
            <a:ext cx="815362" cy="1001419"/>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830997"/>
          </a:xfrm>
          <a:prstGeom prst="rect">
            <a:avLst/>
          </a:prstGeom>
          <a:noFill/>
        </p:spPr>
        <p:txBody>
          <a:bodyPr wrap="square" rtlCol="0">
            <a:spAutoFit/>
          </a:bodyPr>
          <a:lstStyle/>
          <a:p>
            <a:r>
              <a:rPr lang="en-US" sz="2400" b="1" dirty="0"/>
              <a:t>Problem Statement -</a:t>
            </a:r>
            <a:r>
              <a:rPr lang="en-IN" sz="2400" b="1" dirty="0"/>
              <a:t>Recipe Preparation Agent</a:t>
            </a:r>
            <a:endParaRPr lang="en-IN" sz="2400" dirty="0"/>
          </a:p>
          <a:p>
            <a:endParaRPr lang="en-IN" sz="2400" b="1" dirty="0"/>
          </a:p>
        </p:txBody>
      </p:sp>
      <p:sp>
        <p:nvSpPr>
          <p:cNvPr id="5" name="TextBox 4">
            <a:extLst>
              <a:ext uri="{FF2B5EF4-FFF2-40B4-BE49-F238E27FC236}">
                <a16:creationId xmlns:a16="http://schemas.microsoft.com/office/drawing/2014/main" id="{91C569F9-469F-6C48-6721-8098CA225D34}"/>
              </a:ext>
            </a:extLst>
          </p:cNvPr>
          <p:cNvSpPr txBox="1"/>
          <p:nvPr/>
        </p:nvSpPr>
        <p:spPr>
          <a:xfrm>
            <a:off x="576072" y="1119586"/>
            <a:ext cx="11276294" cy="5016758"/>
          </a:xfrm>
          <a:prstGeom prst="rect">
            <a:avLst/>
          </a:prstGeom>
          <a:noFill/>
        </p:spPr>
        <p:txBody>
          <a:bodyPr wrap="square">
            <a:spAutoFit/>
          </a:bodyPr>
          <a:lstStyle/>
          <a:p>
            <a:pPr>
              <a:buNone/>
            </a:pPr>
            <a:r>
              <a:rPr lang="en-IN" sz="1600" b="1" dirty="0"/>
              <a:t>The Challenge</a:t>
            </a:r>
          </a:p>
          <a:p>
            <a:pPr>
              <a:buNone/>
            </a:pPr>
            <a:br>
              <a:rPr lang="en-IN" sz="1600" dirty="0"/>
            </a:br>
            <a:r>
              <a:rPr lang="en-IN" sz="1600" dirty="0"/>
              <a:t>People often have limited ingredients available at home but struggle to decide what to cook, find suitable recipes, and adapt them to their dietary preferences. Recipe information is scattered across different sources, making it difficult to quickly find relevant recipes, substitutions, cooking instructions, and useful preparation tips. This can lead to food waste and unnecessary preparation time.</a:t>
            </a:r>
          </a:p>
          <a:p>
            <a:pPr>
              <a:buNone/>
            </a:pPr>
            <a:endParaRPr lang="en-IN" sz="1600" dirty="0"/>
          </a:p>
          <a:p>
            <a:pPr>
              <a:buNone/>
            </a:pPr>
            <a:r>
              <a:rPr lang="en-IN" sz="1600" b="1" dirty="0"/>
              <a:t>The Objective</a:t>
            </a:r>
          </a:p>
          <a:p>
            <a:pPr>
              <a:buNone/>
            </a:pPr>
            <a:br>
              <a:rPr lang="en-IN" sz="1600" dirty="0"/>
            </a:br>
            <a:r>
              <a:rPr lang="en-IN" sz="1600" dirty="0"/>
              <a:t>Build a RAG-based AI Recipe Preparation Agent that retrieves relevant recipes and generates personalized, step-by-step cooking guidance. The solution should:</a:t>
            </a:r>
          </a:p>
          <a:p>
            <a:pPr>
              <a:buNone/>
            </a:pPr>
            <a:r>
              <a:rPr lang="en-IN" sz="1600" dirty="0"/>
              <a:t>• </a:t>
            </a:r>
            <a:r>
              <a:rPr lang="en-IN" sz="1600" b="1" dirty="0"/>
              <a:t>Ingredient-Based Recipe Retrieval</a:t>
            </a:r>
            <a:r>
              <a:rPr lang="en-IN" sz="1600" dirty="0"/>
              <a:t> – Find relevant recipes based on ingredients provided by the user.</a:t>
            </a:r>
            <a:br>
              <a:rPr lang="en-IN" sz="1600" dirty="0"/>
            </a:br>
            <a:r>
              <a:rPr lang="en-IN" sz="1600" dirty="0"/>
              <a:t>• </a:t>
            </a:r>
            <a:r>
              <a:rPr lang="en-IN" sz="1600" b="1" dirty="0"/>
              <a:t>RAG-Based Knowledge Retrieval</a:t>
            </a:r>
            <a:r>
              <a:rPr lang="en-IN" sz="1600" dirty="0"/>
              <a:t> – Retrieve useful recipe information from the recipe knowledge base.</a:t>
            </a:r>
            <a:br>
              <a:rPr lang="en-IN" sz="1600" dirty="0"/>
            </a:br>
            <a:r>
              <a:rPr lang="en-IN" sz="1600" dirty="0"/>
              <a:t>• </a:t>
            </a:r>
            <a:r>
              <a:rPr lang="en-IN" sz="1600" b="1" dirty="0"/>
              <a:t>Personalized Recipe Generation</a:t>
            </a:r>
            <a:r>
              <a:rPr lang="en-IN" sz="1600" dirty="0"/>
              <a:t> – Adapt recipes according to available ingredients, servings, and user preferences.</a:t>
            </a:r>
            <a:br>
              <a:rPr lang="en-IN" sz="1600" dirty="0"/>
            </a:br>
            <a:r>
              <a:rPr lang="en-IN" sz="1600" dirty="0"/>
              <a:t>• </a:t>
            </a:r>
            <a:r>
              <a:rPr lang="en-IN" sz="1600" b="1" dirty="0"/>
              <a:t>Step-by-Step Instructions</a:t>
            </a:r>
            <a:r>
              <a:rPr lang="en-IN" sz="1600" dirty="0"/>
              <a:t> – Generate clear and practical cooking instructions.</a:t>
            </a:r>
            <a:br>
              <a:rPr lang="en-IN" sz="1600" dirty="0"/>
            </a:br>
            <a:r>
              <a:rPr lang="en-IN" sz="1600" dirty="0"/>
              <a:t>• </a:t>
            </a:r>
            <a:r>
              <a:rPr lang="en-IN" sz="1600" b="1" dirty="0"/>
              <a:t>Ingredient Substitution</a:t>
            </a:r>
            <a:r>
              <a:rPr lang="en-IN" sz="1600" dirty="0"/>
              <a:t> – Suggest suitable alternatives when ingredients are unavailable.</a:t>
            </a:r>
            <a:br>
              <a:rPr lang="en-IN" sz="1600" dirty="0"/>
            </a:br>
            <a:r>
              <a:rPr lang="en-IN" sz="1600" dirty="0"/>
              <a:t>• </a:t>
            </a:r>
            <a:r>
              <a:rPr lang="en-IN" sz="1600" b="1" dirty="0"/>
              <a:t>Cooking Tips</a:t>
            </a:r>
            <a:r>
              <a:rPr lang="en-IN" sz="1600" dirty="0"/>
              <a:t> – Provide helpful preparation and cooking recommendations.</a:t>
            </a:r>
            <a:br>
              <a:rPr lang="en-IN" sz="1600" dirty="0"/>
            </a:br>
            <a:r>
              <a:rPr lang="en-IN" sz="1600" dirty="0"/>
              <a:t>• </a:t>
            </a:r>
            <a:r>
              <a:rPr lang="en-IN" sz="1600" b="1" dirty="0"/>
              <a:t>Dietary Adjustments</a:t>
            </a:r>
            <a:r>
              <a:rPr lang="en-IN" sz="1600" dirty="0"/>
              <a:t> – Adapt recipes according to dietary preferences or restrictions.</a:t>
            </a:r>
            <a:br>
              <a:rPr lang="en-IN" sz="1600" dirty="0"/>
            </a:br>
            <a:r>
              <a:rPr lang="en-IN" sz="1600" dirty="0"/>
              <a:t>• </a:t>
            </a:r>
            <a:r>
              <a:rPr lang="en-IN" sz="1600" b="1" dirty="0"/>
              <a:t>Food-Waste Reduction</a:t>
            </a:r>
            <a:r>
              <a:rPr lang="en-IN" sz="1600" dirty="0"/>
              <a:t> – Suggest ways to use available ingredients efficiently and minimize waste.</a:t>
            </a:r>
            <a:br>
              <a:rPr lang="en-IN" sz="1600" dirty="0"/>
            </a:br>
            <a:r>
              <a:rPr lang="en-IN" sz="1600" dirty="0"/>
              <a:t>• </a:t>
            </a:r>
            <a:r>
              <a:rPr lang="en-IN" sz="1600" b="1" dirty="0"/>
              <a:t>Time-Saving Guidance</a:t>
            </a:r>
            <a:r>
              <a:rPr lang="en-IN" sz="1600" dirty="0"/>
              <a:t> – Provide cooking time and simplified preparation guidance.</a:t>
            </a:r>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724644"/>
          </a:xfrm>
          <a:prstGeom prst="rect">
            <a:avLst/>
          </a:prstGeom>
          <a:noFill/>
        </p:spPr>
        <p:txBody>
          <a:bodyPr wrap="square" rtlCol="0">
            <a:spAutoFit/>
          </a:bodyPr>
          <a:lstStyle/>
          <a:p>
            <a:r>
              <a:rPr lang="en-IN" sz="1600" dirty="0"/>
              <a:t>The proposed solution is a </a:t>
            </a:r>
            <a:r>
              <a:rPr lang="en-IN" sz="1600" b="1" dirty="0"/>
              <a:t>RAG-based AI Recipe Preparation Agent</a:t>
            </a:r>
            <a:r>
              <a:rPr lang="en-IN" sz="1600" dirty="0"/>
              <a:t> built using </a:t>
            </a:r>
            <a:r>
              <a:rPr lang="en-IN" sz="1600" b="1" dirty="0"/>
              <a:t>IBM Bob, IBM watsonx.ai, and IBM Granite</a:t>
            </a:r>
            <a:r>
              <a:rPr lang="en-IN" sz="1600" dirty="0"/>
              <a:t> to generate personalized recipes from ingredients available with the user.</a:t>
            </a:r>
          </a:p>
          <a:p>
            <a:r>
              <a:rPr lang="en-IN" sz="1600" dirty="0"/>
              <a:t>At its core, the system uses a </a:t>
            </a:r>
            <a:r>
              <a:rPr lang="en-IN" sz="1600" b="1" dirty="0"/>
              <a:t>Retrieval-Augmented Generation (RAG)</a:t>
            </a:r>
            <a:r>
              <a:rPr lang="en-IN" sz="1600" dirty="0"/>
              <a:t> pipeline to retrieve relevant recipes from a recipe knowledge base. The retrieved information is provided as context to the </a:t>
            </a:r>
            <a:r>
              <a:rPr lang="en-IN" sz="1600" b="1" dirty="0"/>
              <a:t>IBM Granite model</a:t>
            </a:r>
            <a:r>
              <a:rPr lang="en-IN" sz="1600" dirty="0"/>
              <a:t> through watsonx.ai, enabling the agent to generate an adapted recipe rather than simply returning a fixed recipe.</a:t>
            </a:r>
          </a:p>
          <a:p>
            <a:r>
              <a:rPr lang="en-IN" sz="1600" dirty="0"/>
              <a:t>The system follows an </a:t>
            </a:r>
            <a:r>
              <a:rPr lang="en-IN" sz="1600" b="1" dirty="0"/>
              <a:t>agentic workflow</a:t>
            </a:r>
            <a:r>
              <a:rPr lang="en-IN" sz="1600" dirty="0"/>
              <a:t> consisting of five key stages:</a:t>
            </a:r>
          </a:p>
          <a:p>
            <a:r>
              <a:rPr lang="en-IN" sz="1600" b="1" dirty="0" err="1"/>
              <a:t>ParseIngredients</a:t>
            </a:r>
            <a:r>
              <a:rPr lang="en-IN" sz="1600" dirty="0"/>
              <a:t> identifies and processes the ingredients entered by the user.</a:t>
            </a:r>
          </a:p>
          <a:p>
            <a:r>
              <a:rPr lang="en-IN" sz="1600" b="1" dirty="0" err="1"/>
              <a:t>RetrieveRecipes</a:t>
            </a:r>
            <a:r>
              <a:rPr lang="en-IN" sz="1600" dirty="0"/>
              <a:t> searches the recipe knowledge base using ingredient-based retrieval and identifies relevant recipes.</a:t>
            </a:r>
          </a:p>
          <a:p>
            <a:r>
              <a:rPr lang="en-IN" sz="1600" b="1" dirty="0" err="1"/>
              <a:t>BuildContext</a:t>
            </a:r>
            <a:r>
              <a:rPr lang="en-IN" sz="1600" dirty="0"/>
              <a:t> combines the retrieved recipe information into a context for the AI model.</a:t>
            </a:r>
          </a:p>
          <a:p>
            <a:r>
              <a:rPr lang="en-IN" sz="1600" b="1" dirty="0" err="1"/>
              <a:t>GenerateRecipe</a:t>
            </a:r>
            <a:r>
              <a:rPr lang="en-IN" sz="1600" dirty="0"/>
              <a:t> uses </a:t>
            </a:r>
            <a:r>
              <a:rPr lang="en-IN" sz="1600" b="1" dirty="0"/>
              <a:t>IBM Granite through watsonx.ai</a:t>
            </a:r>
            <a:r>
              <a:rPr lang="en-IN" sz="1600" dirty="0"/>
              <a:t> to generate a personalized recipe based on the user's available ingredients and preferences.</a:t>
            </a:r>
          </a:p>
          <a:p>
            <a:r>
              <a:rPr lang="en-IN" sz="1600" b="1" dirty="0" err="1"/>
              <a:t>FormatResponse</a:t>
            </a:r>
            <a:r>
              <a:rPr lang="en-IN" sz="1600" dirty="0"/>
              <a:t> presents the generated recipe in a clear and user-friendly format.</a:t>
            </a:r>
          </a:p>
          <a:p>
            <a:r>
              <a:rPr lang="en-IN" sz="1600" dirty="0"/>
              <a:t>The generated response provides </a:t>
            </a:r>
            <a:r>
              <a:rPr lang="en-IN" sz="1600" b="1" dirty="0"/>
              <a:t>ingredient quantities, step-by-step preparation instructions, cooking time, servings, ingredient substitutions, cooking tips, and dietary adjustments</a:t>
            </a:r>
            <a:r>
              <a:rPr lang="en-IN" sz="1600" dirty="0"/>
              <a:t>.</a:t>
            </a:r>
          </a:p>
          <a:p>
            <a:r>
              <a:rPr lang="en-IN" sz="1600" dirty="0"/>
              <a:t>The solution also focuses on </a:t>
            </a:r>
            <a:r>
              <a:rPr lang="en-IN" sz="1600" b="1" dirty="0"/>
              <a:t>reducing food waste</a:t>
            </a:r>
            <a:r>
              <a:rPr lang="en-IN" sz="1600" dirty="0"/>
              <a:t> by helping users make practical use of ingredients already available at home and provides </a:t>
            </a:r>
            <a:r>
              <a:rPr lang="en-IN" sz="1600" b="1" dirty="0"/>
              <a:t>time-saving cooking guidance</a:t>
            </a:r>
            <a:r>
              <a:rPr lang="en-IN" sz="1600" dirty="0"/>
              <a:t>.</a:t>
            </a:r>
          </a:p>
          <a:p>
            <a:r>
              <a:rPr lang="en-IN" sz="1600" b="1" dirty="0"/>
              <a:t>IBM Bob</a:t>
            </a:r>
            <a:r>
              <a:rPr lang="en-IN" sz="1600" dirty="0"/>
              <a:t> is used as the development environment for building the agent workflow, while </a:t>
            </a:r>
            <a:r>
              <a:rPr lang="en-IN" sz="1600" b="1" dirty="0"/>
              <a:t>IBM watsonx.ai and IBM Granite</a:t>
            </a:r>
            <a:r>
              <a:rPr lang="en-IN" sz="1600" dirty="0"/>
              <a:t> provide the AI generation capability. The RAG component retrieves relevant knowledge before generation, improving the relevance of the personalized recipe.</a:t>
            </a:r>
          </a:p>
          <a:p>
            <a:r>
              <a:rPr lang="en-IN" sz="1600" dirty="0"/>
              <a:t>Overall, </a:t>
            </a:r>
            <a:r>
              <a:rPr lang="en-IN" sz="1600" dirty="0" err="1"/>
              <a:t>SmartRecipe</a:t>
            </a:r>
            <a:r>
              <a:rPr lang="en-IN" sz="1600" dirty="0"/>
              <a:t> provides an </a:t>
            </a:r>
            <a:r>
              <a:rPr lang="en-IN" sz="1600" b="1" dirty="0"/>
              <a:t>intelligent, ingredient-aware recipe assistant</a:t>
            </a:r>
            <a:r>
              <a:rPr lang="en-IN" sz="1600" dirty="0"/>
              <a:t> that helps users decide what to cook, adapt recipes to their needs, and make better use of available ingredients.</a:t>
            </a:r>
          </a:p>
          <a:p>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9447494" cy="461665"/>
          </a:xfrm>
          <a:prstGeom prst="rect">
            <a:avLst/>
          </a:prstGeom>
          <a:noFill/>
        </p:spPr>
        <p:txBody>
          <a:bodyPr wrap="square" rtlCol="0">
            <a:spAutoFit/>
          </a:bodyPr>
          <a:lstStyle/>
          <a:p>
            <a:r>
              <a:rPr lang="en-US" sz="2400" b="1" dirty="0"/>
              <a:t>Proposed Solution - </a:t>
            </a:r>
            <a:r>
              <a:rPr lang="en-IN" sz="2400" dirty="0" err="1"/>
              <a:t>SmartRecipe</a:t>
            </a:r>
            <a:r>
              <a:rPr lang="en-IN" sz="2400" dirty="0"/>
              <a:t> – AI Recipe Preparation Agent</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07571" y="1024128"/>
            <a:ext cx="10515600" cy="5909310"/>
          </a:xfrm>
          <a:prstGeom prst="rect">
            <a:avLst/>
          </a:prstGeom>
          <a:noFill/>
        </p:spPr>
        <p:txBody>
          <a:bodyPr wrap="square" rtlCol="0">
            <a:spAutoFit/>
          </a:bodyPr>
          <a:lstStyle/>
          <a:p>
            <a:r>
              <a:rPr lang="en-IN" sz="1800" dirty="0"/>
              <a:t>• </a:t>
            </a:r>
            <a:r>
              <a:rPr lang="en-IN" sz="1800" b="1" dirty="0"/>
              <a:t>IBM Bob Platform</a:t>
            </a:r>
            <a:r>
              <a:rPr lang="en-IN" sz="1800" dirty="0"/>
              <a:t> – Used as the primary development environment for designing, coding, testing, and building the </a:t>
            </a:r>
            <a:r>
              <a:rPr lang="en-IN" sz="1800" dirty="0" err="1"/>
              <a:t>SmartRecipe</a:t>
            </a:r>
            <a:r>
              <a:rPr lang="en-IN" sz="1800" dirty="0"/>
              <a:t> AI agent.</a:t>
            </a:r>
          </a:p>
          <a:p>
            <a:endParaRPr lang="en-IN" sz="1800" dirty="0"/>
          </a:p>
          <a:p>
            <a:r>
              <a:rPr lang="en-IN" sz="1800" dirty="0"/>
              <a:t>• </a:t>
            </a:r>
            <a:r>
              <a:rPr lang="en-IN" sz="1800" b="1" dirty="0"/>
              <a:t>IBM Granite 4 H Small</a:t>
            </a:r>
            <a:r>
              <a:rPr lang="en-IN" sz="1800" dirty="0"/>
              <a:t> – </a:t>
            </a:r>
            <a:r>
              <a:rPr lang="en-IN" sz="1800" dirty="0" err="1"/>
              <a:t>ibm</a:t>
            </a:r>
            <a:r>
              <a:rPr lang="en-IN" sz="1800" dirty="0"/>
              <a:t>/granite-4-h-small used for natural language understanding and personalized recipe generation.</a:t>
            </a:r>
          </a:p>
          <a:p>
            <a:endParaRPr lang="en-IN" sz="1800" dirty="0"/>
          </a:p>
          <a:p>
            <a:r>
              <a:rPr lang="en-IN" sz="1800" dirty="0"/>
              <a:t>• </a:t>
            </a:r>
            <a:r>
              <a:rPr lang="en-IN" sz="1800" b="1" dirty="0"/>
              <a:t>IBM watsonx.ai</a:t>
            </a:r>
            <a:r>
              <a:rPr lang="en-IN" sz="1800" dirty="0"/>
              <a:t> – Used to access and run the IBM Granite model for AI-powered recipe generation.</a:t>
            </a:r>
          </a:p>
          <a:p>
            <a:endParaRPr lang="en-IN" sz="1800" dirty="0"/>
          </a:p>
          <a:p>
            <a:r>
              <a:rPr lang="en-IN" sz="1800" dirty="0"/>
              <a:t>• </a:t>
            </a:r>
            <a:r>
              <a:rPr lang="en-IN" sz="1800" b="1" dirty="0"/>
              <a:t>IBM Cloud</a:t>
            </a:r>
            <a:r>
              <a:rPr lang="en-IN" sz="1800" dirty="0"/>
              <a:t> – Provides the cloud infrastructure and API access required for the watsonx.ai and Granite integration.</a:t>
            </a:r>
          </a:p>
          <a:p>
            <a:endParaRPr lang="en-IN" sz="1800" dirty="0"/>
          </a:p>
          <a:p>
            <a:r>
              <a:rPr lang="en-IN" sz="1800" dirty="0"/>
              <a:t>• </a:t>
            </a:r>
            <a:r>
              <a:rPr lang="en-IN" sz="1800" b="1" dirty="0"/>
              <a:t>Retrieval-Augmented Generation (RAG)</a:t>
            </a:r>
            <a:r>
              <a:rPr lang="en-IN" sz="1800" dirty="0"/>
              <a:t> – Retrieves relevant recipes from the recipe knowledge base and provides them as context to IBM Granite before generating the response.</a:t>
            </a:r>
          </a:p>
          <a:p>
            <a:endParaRPr lang="en-IN" sz="1800" dirty="0"/>
          </a:p>
          <a:p>
            <a:r>
              <a:rPr lang="en-IN" sz="1800" dirty="0"/>
              <a:t>• </a:t>
            </a:r>
            <a:r>
              <a:rPr lang="en-IN" sz="1800" b="1" dirty="0"/>
              <a:t>TF-IDF Retrieval</a:t>
            </a:r>
            <a:r>
              <a:rPr lang="en-IN" sz="1800" dirty="0"/>
              <a:t> – Used to identify recipes relevant to the ingredients entered by the user.</a:t>
            </a:r>
          </a:p>
          <a:p>
            <a:endParaRPr lang="en-IN" sz="1800" dirty="0"/>
          </a:p>
          <a:p>
            <a:r>
              <a:rPr lang="en-IN" sz="1800" dirty="0"/>
              <a:t>• </a:t>
            </a:r>
            <a:r>
              <a:rPr lang="en-IN" sz="1800" b="1" dirty="0"/>
              <a:t>Python &amp; Flask</a:t>
            </a:r>
            <a:r>
              <a:rPr lang="en-IN" sz="1800" dirty="0"/>
              <a:t> – Used to implement the backend, agent workflow, API integration, and web application.</a:t>
            </a:r>
          </a:p>
          <a:p>
            <a:endParaRPr lang="en-IN" sz="1800" dirty="0"/>
          </a:p>
          <a:p>
            <a:r>
              <a:rPr lang="en-IN" sz="1800" dirty="0"/>
              <a:t>• </a:t>
            </a:r>
            <a:r>
              <a:rPr lang="en-IN" sz="1800" b="1" dirty="0"/>
              <a:t>HTML, CSS &amp; JavaScript</a:t>
            </a:r>
            <a:r>
              <a:rPr lang="en-IN" sz="1800" dirty="0"/>
              <a:t> – Used to create the interactive </a:t>
            </a:r>
            <a:r>
              <a:rPr lang="en-IN" sz="1800" dirty="0" err="1"/>
              <a:t>SmartRecipe</a:t>
            </a:r>
            <a:r>
              <a:rPr lang="en-IN" sz="1800" dirty="0"/>
              <a:t> web interface.</a:t>
            </a:r>
          </a:p>
          <a:p>
            <a:endParaRPr lang="en-IN" sz="1800"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A538DD9B-EEF6-A996-D674-6DF918E113EB}"/>
              </a:ext>
            </a:extLst>
          </p:cNvPr>
          <p:cNvPicPr>
            <a:picLocks noChangeAspect="1"/>
          </p:cNvPicPr>
          <p:nvPr/>
        </p:nvPicPr>
        <p:blipFill>
          <a:blip r:embed="rId3"/>
          <a:stretch>
            <a:fillRect/>
          </a:stretch>
        </p:blipFill>
        <p:spPr>
          <a:xfrm>
            <a:off x="775566" y="771747"/>
            <a:ext cx="10508554" cy="4941076"/>
          </a:xfrm>
          <a:prstGeom prst="rect">
            <a:avLst/>
          </a:prstGeom>
        </p:spPr>
      </p:pic>
      <p:sp>
        <p:nvSpPr>
          <p:cNvPr id="8" name="TextBox 7">
            <a:extLst>
              <a:ext uri="{FF2B5EF4-FFF2-40B4-BE49-F238E27FC236}">
                <a16:creationId xmlns:a16="http://schemas.microsoft.com/office/drawing/2014/main" id="{0E5BD2E2-5E12-635B-9129-705EE169A382}"/>
              </a:ext>
            </a:extLst>
          </p:cNvPr>
          <p:cNvSpPr txBox="1"/>
          <p:nvPr/>
        </p:nvSpPr>
        <p:spPr>
          <a:xfrm>
            <a:off x="1057921" y="5841953"/>
            <a:ext cx="9903981" cy="646331"/>
          </a:xfrm>
          <a:prstGeom prst="rect">
            <a:avLst/>
          </a:prstGeom>
          <a:noFill/>
        </p:spPr>
        <p:txBody>
          <a:bodyPr wrap="square">
            <a:spAutoFit/>
          </a:bodyPr>
          <a:lstStyle/>
          <a:p>
            <a:r>
              <a:rPr lang="en-IN" sz="1800" dirty="0"/>
              <a:t>BM Bob was used to develop and organize the </a:t>
            </a:r>
            <a:r>
              <a:rPr lang="en-IN" sz="1800" dirty="0" err="1"/>
              <a:t>SmartRecipe</a:t>
            </a:r>
            <a:r>
              <a:rPr lang="en-IN" sz="1800" dirty="0"/>
              <a:t> agent, RAG engine, recipe tools, IBM Granite integration, and web application components.</a:t>
            </a:r>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C9AB461-0A4D-4E95-1E57-9BEE5259D57D}"/>
              </a:ext>
            </a:extLst>
          </p:cNvPr>
          <p:cNvPicPr>
            <a:picLocks noChangeAspect="1"/>
          </p:cNvPicPr>
          <p:nvPr/>
        </p:nvPicPr>
        <p:blipFill>
          <a:blip r:embed="rId3"/>
          <a:stretch>
            <a:fillRect/>
          </a:stretch>
        </p:blipFill>
        <p:spPr>
          <a:xfrm>
            <a:off x="1341125" y="885341"/>
            <a:ext cx="9509750" cy="5032532"/>
          </a:xfrm>
          <a:prstGeom prst="rect">
            <a:avLst/>
          </a:prstGeom>
        </p:spPr>
      </p:pic>
      <p:sp>
        <p:nvSpPr>
          <p:cNvPr id="7" name="TextBox 6">
            <a:extLst>
              <a:ext uri="{FF2B5EF4-FFF2-40B4-BE49-F238E27FC236}">
                <a16:creationId xmlns:a16="http://schemas.microsoft.com/office/drawing/2014/main" id="{382988A0-DAA1-E130-12B2-1396CDF286BF}"/>
              </a:ext>
            </a:extLst>
          </p:cNvPr>
          <p:cNvSpPr txBox="1"/>
          <p:nvPr/>
        </p:nvSpPr>
        <p:spPr>
          <a:xfrm>
            <a:off x="2148839" y="6031467"/>
            <a:ext cx="8595360" cy="646331"/>
          </a:xfrm>
          <a:prstGeom prst="rect">
            <a:avLst/>
          </a:prstGeom>
          <a:noFill/>
        </p:spPr>
        <p:txBody>
          <a:bodyPr wrap="square">
            <a:spAutoFit/>
          </a:bodyPr>
          <a:lstStyle/>
          <a:p>
            <a:r>
              <a:rPr lang="en-IN" sz="1800" dirty="0"/>
              <a:t>IBM Bob was used to </a:t>
            </a:r>
            <a:r>
              <a:rPr lang="en-IN" sz="1800" dirty="0" err="1"/>
              <a:t>analyze</a:t>
            </a:r>
            <a:r>
              <a:rPr lang="en-IN" sz="1800" dirty="0"/>
              <a:t>, develop, and validate the </a:t>
            </a:r>
            <a:r>
              <a:rPr lang="en-IN" sz="1800" dirty="0" err="1"/>
              <a:t>SmartRecipe</a:t>
            </a:r>
            <a:r>
              <a:rPr lang="en-IN" sz="1800" dirty="0"/>
              <a:t> agent workflow, RAG retrieval, IBM Granite integration, and web application.</a:t>
            </a:r>
          </a:p>
        </p:txBody>
      </p:sp>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E59F98-FE49-3348-FC91-0C1DD274CB0D}"/>
              </a:ext>
            </a:extLst>
          </p:cNvPr>
          <p:cNvPicPr>
            <a:picLocks noChangeAspect="1"/>
          </p:cNvPicPr>
          <p:nvPr/>
        </p:nvPicPr>
        <p:blipFill>
          <a:blip r:embed="rId2"/>
          <a:stretch>
            <a:fillRect/>
          </a:stretch>
        </p:blipFill>
        <p:spPr>
          <a:xfrm>
            <a:off x="641761" y="191244"/>
            <a:ext cx="10543830" cy="5530288"/>
          </a:xfrm>
          <a:prstGeom prst="rect">
            <a:avLst/>
          </a:prstGeom>
        </p:spPr>
      </p:pic>
      <p:sp>
        <p:nvSpPr>
          <p:cNvPr id="6" name="TextBox 5">
            <a:extLst>
              <a:ext uri="{FF2B5EF4-FFF2-40B4-BE49-F238E27FC236}">
                <a16:creationId xmlns:a16="http://schemas.microsoft.com/office/drawing/2014/main" id="{9F5ECF37-E3FF-21FA-5729-B54E45B7EE16}"/>
              </a:ext>
            </a:extLst>
          </p:cNvPr>
          <p:cNvSpPr txBox="1"/>
          <p:nvPr/>
        </p:nvSpPr>
        <p:spPr>
          <a:xfrm>
            <a:off x="1420331" y="5835759"/>
            <a:ext cx="8986690" cy="830997"/>
          </a:xfrm>
          <a:prstGeom prst="rect">
            <a:avLst/>
          </a:prstGeom>
          <a:noFill/>
        </p:spPr>
        <p:txBody>
          <a:bodyPr wrap="square">
            <a:spAutoFit/>
          </a:bodyPr>
          <a:lstStyle/>
          <a:p>
            <a:r>
              <a:rPr lang="en-IN" sz="1600" dirty="0"/>
              <a:t>IBM Granite Integration – </a:t>
            </a:r>
            <a:r>
              <a:rPr lang="en-IN" sz="1600" dirty="0" err="1"/>
              <a:t>SmartRecipe</a:t>
            </a:r>
            <a:r>
              <a:rPr lang="en-IN" sz="1600" dirty="0"/>
              <a:t> uses IBM watsonx.ai to connect with the IBM Granite 4 H Small model. Credentials are securely loaded through environment variables, while the model generates personalized recipes using retrieved RAG context.</a:t>
            </a:r>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EC6CED39-86E2-820D-F6AB-F2A71B82FC39}"/>
              </a:ext>
            </a:extLst>
          </p:cNvPr>
          <p:cNvPicPr>
            <a:picLocks noChangeAspect="1"/>
          </p:cNvPicPr>
          <p:nvPr/>
        </p:nvPicPr>
        <p:blipFill>
          <a:blip r:embed="rId3"/>
          <a:srcRect l="776" t="941" r="3336" b="1326"/>
          <a:stretch>
            <a:fillRect/>
          </a:stretch>
        </p:blipFill>
        <p:spPr>
          <a:xfrm>
            <a:off x="1615440" y="771747"/>
            <a:ext cx="8961119" cy="584220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00593" y="868239"/>
            <a:ext cx="7406640" cy="5724644"/>
          </a:xfrm>
          <a:prstGeom prst="rect">
            <a:avLst/>
          </a:prstGeom>
          <a:noFill/>
        </p:spPr>
        <p:txBody>
          <a:bodyPr wrap="square" rtlCol="0">
            <a:spAutoFit/>
          </a:bodyPr>
          <a:lstStyle/>
          <a:p>
            <a:r>
              <a:rPr lang="en-IN" sz="1600" b="1" dirty="0"/>
              <a:t>Role of Agentic AI in </a:t>
            </a:r>
            <a:r>
              <a:rPr lang="en-IN" sz="1600" b="1" dirty="0" err="1"/>
              <a:t>SmartRecipe</a:t>
            </a:r>
            <a:endParaRPr lang="en-IN" sz="1600" dirty="0"/>
          </a:p>
          <a:p>
            <a:r>
              <a:rPr lang="en-IN" sz="1600" b="1" dirty="0"/>
              <a:t>Agentic AI</a:t>
            </a:r>
            <a:r>
              <a:rPr lang="en-IN" sz="1600" dirty="0"/>
              <a:t> enables </a:t>
            </a:r>
            <a:r>
              <a:rPr lang="en-IN" sz="1600" dirty="0" err="1"/>
              <a:t>SmartRecipe</a:t>
            </a:r>
            <a:r>
              <a:rPr lang="en-IN" sz="1600" dirty="0"/>
              <a:t> to function as an intelligent recipe preparation system rather than a simple recipe search tool. The </a:t>
            </a:r>
            <a:r>
              <a:rPr lang="en-IN" sz="1600" b="1" dirty="0"/>
              <a:t>Recipe Agent</a:t>
            </a:r>
            <a:r>
              <a:rPr lang="en-IN" sz="1600" dirty="0"/>
              <a:t> coordinates multiple steps automatically, from understanding the user's ingredients to retrieving relevant recipes and generating a personalized response.</a:t>
            </a:r>
          </a:p>
          <a:p>
            <a:r>
              <a:rPr lang="en-IN" sz="1600" dirty="0"/>
              <a:t>The agent follows a structured </a:t>
            </a:r>
            <a:r>
              <a:rPr lang="en-IN" sz="1600" b="1" dirty="0"/>
              <a:t>five-step workflow</a:t>
            </a:r>
            <a:r>
              <a:rPr lang="en-IN" sz="1600" dirty="0"/>
              <a:t>:</a:t>
            </a:r>
          </a:p>
          <a:p>
            <a:r>
              <a:rPr lang="en-IN" sz="1600" dirty="0"/>
              <a:t>• </a:t>
            </a:r>
            <a:r>
              <a:rPr lang="en-IN" sz="1600" b="1" dirty="0" err="1"/>
              <a:t>ParseIngredients</a:t>
            </a:r>
            <a:r>
              <a:rPr lang="en-IN" sz="1600" dirty="0"/>
              <a:t> – Processes and normalizes the ingredients provided by the user.</a:t>
            </a:r>
            <a:br>
              <a:rPr lang="en-IN" sz="1600" dirty="0"/>
            </a:br>
            <a:r>
              <a:rPr lang="en-IN" sz="1600" dirty="0"/>
              <a:t>• </a:t>
            </a:r>
            <a:r>
              <a:rPr lang="en-IN" sz="1600" b="1" dirty="0" err="1"/>
              <a:t>RetrieveRecipes</a:t>
            </a:r>
            <a:r>
              <a:rPr lang="en-IN" sz="1600" dirty="0"/>
              <a:t> – Uses </a:t>
            </a:r>
            <a:r>
              <a:rPr lang="en-IN" sz="1600" b="1" dirty="0"/>
              <a:t>RAG with TF-IDF retrieval</a:t>
            </a:r>
            <a:r>
              <a:rPr lang="en-IN" sz="1600" dirty="0"/>
              <a:t> to find relevant recipes from the recipe knowledge base.</a:t>
            </a:r>
            <a:br>
              <a:rPr lang="en-IN" sz="1600" dirty="0"/>
            </a:br>
            <a:r>
              <a:rPr lang="en-IN" sz="1600" dirty="0"/>
              <a:t>• </a:t>
            </a:r>
            <a:r>
              <a:rPr lang="en-IN" sz="1600" b="1" dirty="0" err="1"/>
              <a:t>BuildContext</a:t>
            </a:r>
            <a:r>
              <a:rPr lang="en-IN" sz="1600" dirty="0"/>
              <a:t> – Builds a context from the retrieved recipes for the AI model.</a:t>
            </a:r>
            <a:br>
              <a:rPr lang="en-IN" sz="1600" dirty="0"/>
            </a:br>
            <a:r>
              <a:rPr lang="en-IN" sz="1600" dirty="0"/>
              <a:t>• </a:t>
            </a:r>
            <a:r>
              <a:rPr lang="en-IN" sz="1600" b="1" dirty="0" err="1"/>
              <a:t>GenerateRecipe</a:t>
            </a:r>
            <a:r>
              <a:rPr lang="en-IN" sz="1600" dirty="0"/>
              <a:t> – Sends the retrieved context and user requirements to </a:t>
            </a:r>
            <a:r>
              <a:rPr lang="en-IN" sz="1600" b="1" dirty="0"/>
              <a:t>IBM Granite through watsonx.ai</a:t>
            </a:r>
            <a:r>
              <a:rPr lang="en-IN" sz="1600" dirty="0"/>
              <a:t> to generate the recipe.</a:t>
            </a:r>
            <a:br>
              <a:rPr lang="en-IN" sz="1600" dirty="0"/>
            </a:br>
            <a:r>
              <a:rPr lang="en-IN" sz="1600" dirty="0"/>
              <a:t>• </a:t>
            </a:r>
            <a:r>
              <a:rPr lang="en-IN" sz="1600" b="1" dirty="0" err="1"/>
              <a:t>FormatResponse</a:t>
            </a:r>
            <a:r>
              <a:rPr lang="en-IN" sz="1600" dirty="0"/>
              <a:t> – Structures the generated recipe with ingredients, steps, substitutions, cooking tips, dietary adjustments, and metadata.</a:t>
            </a:r>
          </a:p>
          <a:p>
            <a:r>
              <a:rPr lang="en-IN" sz="1600" dirty="0"/>
              <a:t>Agentic AI provides </a:t>
            </a:r>
            <a:r>
              <a:rPr lang="en-IN" sz="1600" b="1" dirty="0"/>
              <a:t>context-aware generation</a:t>
            </a:r>
            <a:r>
              <a:rPr lang="en-IN" sz="1600" dirty="0"/>
              <a:t>, allowing the system to consider the ingredients and preferences supplied by the user instead of returning a fixed recipe.</a:t>
            </a:r>
          </a:p>
          <a:p>
            <a:r>
              <a:rPr lang="en-IN" sz="1600" dirty="0"/>
              <a:t>The workflow also records an </a:t>
            </a:r>
            <a:r>
              <a:rPr lang="en-IN" sz="1600" b="1" dirty="0"/>
              <a:t>execution trace</a:t>
            </a:r>
            <a:r>
              <a:rPr lang="en-IN" sz="1600" dirty="0"/>
              <a:t>, making each agent step visible and helping demonstrate how the final recipe was produced.</a:t>
            </a:r>
          </a:p>
          <a:p>
            <a:r>
              <a:rPr lang="en-IN" sz="1600" b="1" dirty="0"/>
              <a:t>Overall, Agentic AI makes </a:t>
            </a:r>
            <a:r>
              <a:rPr lang="en-IN" sz="1600" b="1" dirty="0" err="1"/>
              <a:t>SmartRecipe</a:t>
            </a:r>
            <a:r>
              <a:rPr lang="en-IN" sz="1600" b="1" dirty="0"/>
              <a:t> goal-driven, adaptive, and capable of transforming available ingredients into a practical personalized recipe.</a:t>
            </a:r>
            <a:endParaRPr lang="en-IN" sz="1600" dirty="0"/>
          </a:p>
          <a:p>
            <a:endParaRPr lang="en-US" sz="1600" dirty="0"/>
          </a:p>
        </p:txBody>
      </p:sp>
      <p:pic>
        <p:nvPicPr>
          <p:cNvPr id="5" name="Picture 4">
            <a:extLst>
              <a:ext uri="{FF2B5EF4-FFF2-40B4-BE49-F238E27FC236}">
                <a16:creationId xmlns:a16="http://schemas.microsoft.com/office/drawing/2014/main" id="{6000D75E-2664-0B10-8E41-4D94184E0B73}"/>
              </a:ext>
            </a:extLst>
          </p:cNvPr>
          <p:cNvPicPr>
            <a:picLocks noChangeAspect="1"/>
          </p:cNvPicPr>
          <p:nvPr/>
        </p:nvPicPr>
        <p:blipFill>
          <a:blip r:embed="rId3"/>
          <a:stretch>
            <a:fillRect/>
          </a:stretch>
        </p:blipFill>
        <p:spPr>
          <a:xfrm>
            <a:off x="8114647" y="1033702"/>
            <a:ext cx="3676760" cy="4624251"/>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 name="TextBox 14">
            <a:extLst>
              <a:ext uri="{FF2B5EF4-FFF2-40B4-BE49-F238E27FC236}">
                <a16:creationId xmlns:a16="http://schemas.microsoft.com/office/drawing/2014/main" id="{B22EA981-5113-2D05-C1A2-169306E1D47C}"/>
              </a:ext>
            </a:extLst>
          </p:cNvPr>
          <p:cNvSpPr txBox="1"/>
          <p:nvPr/>
        </p:nvSpPr>
        <p:spPr>
          <a:xfrm>
            <a:off x="793192" y="1296378"/>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the Prompt</a:t>
            </a:r>
          </a:p>
        </p:txBody>
      </p:sp>
      <p:pic>
        <p:nvPicPr>
          <p:cNvPr id="3" name="Picture 2">
            <a:extLst>
              <a:ext uri="{FF2B5EF4-FFF2-40B4-BE49-F238E27FC236}">
                <a16:creationId xmlns:a16="http://schemas.microsoft.com/office/drawing/2014/main" id="{C43D5EFF-5E32-635E-FCBF-558810BA5DFA}"/>
              </a:ext>
            </a:extLst>
          </p:cNvPr>
          <p:cNvPicPr>
            <a:picLocks noChangeAspect="1"/>
          </p:cNvPicPr>
          <p:nvPr/>
        </p:nvPicPr>
        <p:blipFill>
          <a:blip r:embed="rId3"/>
          <a:stretch>
            <a:fillRect/>
          </a:stretch>
        </p:blipFill>
        <p:spPr>
          <a:xfrm>
            <a:off x="1698023" y="1838857"/>
            <a:ext cx="8795953" cy="4574814"/>
          </a:xfrm>
          <a:prstGeom prst="rect">
            <a:avLst/>
          </a:prstGeom>
        </p:spPr>
      </p:pic>
      <p:sp>
        <p:nvSpPr>
          <p:cNvPr id="4" name="TextBox 3">
            <a:extLst>
              <a:ext uri="{FF2B5EF4-FFF2-40B4-BE49-F238E27FC236}">
                <a16:creationId xmlns:a16="http://schemas.microsoft.com/office/drawing/2014/main" id="{518256C5-C068-E1C8-BA55-96AD1C29743E}"/>
              </a:ext>
            </a:extLst>
          </p:cNvPr>
          <p:cNvSpPr txBox="1"/>
          <p:nvPr/>
        </p:nvSpPr>
        <p:spPr>
          <a:xfrm>
            <a:off x="793192" y="905966"/>
            <a:ext cx="3405051" cy="307777"/>
          </a:xfrm>
          <a:prstGeom prst="rect">
            <a:avLst/>
          </a:prstGeom>
          <a:noFill/>
        </p:spPr>
        <p:txBody>
          <a:bodyPr wrap="square" rtlCol="0">
            <a:spAutoFit/>
          </a:bodyPr>
          <a:lstStyle/>
          <a:p>
            <a:r>
              <a:rPr lang="en-IN" dirty="0"/>
              <a:t>1678 tokens used</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954B71A9-250A-5EA6-A387-CCA0D9F4B1D1}"/>
              </a:ext>
            </a:extLst>
          </p:cNvPr>
          <p:cNvPicPr>
            <a:picLocks noChangeAspect="1"/>
          </p:cNvPicPr>
          <p:nvPr/>
        </p:nvPicPr>
        <p:blipFill>
          <a:blip r:embed="rId3"/>
          <a:srcRect r="666"/>
          <a:stretch>
            <a:fillRect/>
          </a:stretch>
        </p:blipFill>
        <p:spPr>
          <a:xfrm>
            <a:off x="580739" y="710556"/>
            <a:ext cx="10392537" cy="4826579"/>
          </a:xfrm>
          <a:prstGeom prst="rect">
            <a:avLst/>
          </a:prstGeom>
        </p:spPr>
      </p:pic>
      <p:sp>
        <p:nvSpPr>
          <p:cNvPr id="9" name="TextBox 8">
            <a:extLst>
              <a:ext uri="{FF2B5EF4-FFF2-40B4-BE49-F238E27FC236}">
                <a16:creationId xmlns:a16="http://schemas.microsoft.com/office/drawing/2014/main" id="{16C82832-7E5F-B874-0F79-0775F78F67C9}"/>
              </a:ext>
            </a:extLst>
          </p:cNvPr>
          <p:cNvSpPr txBox="1"/>
          <p:nvPr/>
        </p:nvSpPr>
        <p:spPr>
          <a:xfrm>
            <a:off x="409144" y="5776812"/>
            <a:ext cx="11695770" cy="830997"/>
          </a:xfrm>
          <a:prstGeom prst="rect">
            <a:avLst/>
          </a:prstGeom>
          <a:noFill/>
        </p:spPr>
        <p:txBody>
          <a:bodyPr wrap="square">
            <a:spAutoFit/>
          </a:bodyPr>
          <a:lstStyle/>
          <a:p>
            <a:r>
              <a:rPr lang="en-IN" sz="1600" b="1" dirty="0" err="1"/>
              <a:t>SmartRecipe</a:t>
            </a:r>
            <a:r>
              <a:rPr lang="en-IN" sz="1600" b="1" dirty="0"/>
              <a:t> user interface showing ingredient input, serving size, dietary preference, cooking time, and spice level before recipe generation.</a:t>
            </a:r>
            <a:endParaRPr lang="en-IN" sz="1600" dirty="0"/>
          </a:p>
          <a:p>
            <a:endParaRPr lang="en-IN" sz="1600" dirty="0"/>
          </a:p>
        </p:txBody>
      </p:sp>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CC9F88FA-2A4D-C109-BF79-030470664819}"/>
              </a:ext>
            </a:extLst>
          </p:cNvPr>
          <p:cNvPicPr>
            <a:picLocks noChangeAspect="1"/>
          </p:cNvPicPr>
          <p:nvPr/>
        </p:nvPicPr>
        <p:blipFill>
          <a:blip r:embed="rId3"/>
          <a:srcRect l="5557" t="1901" r="6436"/>
          <a:stretch>
            <a:fillRect/>
          </a:stretch>
        </p:blipFill>
        <p:spPr>
          <a:xfrm>
            <a:off x="1218724" y="604896"/>
            <a:ext cx="9481448" cy="4959881"/>
          </a:xfrm>
          <a:prstGeom prst="rect">
            <a:avLst/>
          </a:prstGeom>
        </p:spPr>
      </p:pic>
      <p:sp>
        <p:nvSpPr>
          <p:cNvPr id="7" name="TextBox 6">
            <a:extLst>
              <a:ext uri="{FF2B5EF4-FFF2-40B4-BE49-F238E27FC236}">
                <a16:creationId xmlns:a16="http://schemas.microsoft.com/office/drawing/2014/main" id="{4228D6A2-A6EA-E7E5-E256-3CEB08BC66F0}"/>
              </a:ext>
            </a:extLst>
          </p:cNvPr>
          <p:cNvSpPr txBox="1"/>
          <p:nvPr/>
        </p:nvSpPr>
        <p:spPr>
          <a:xfrm>
            <a:off x="2211976" y="5687381"/>
            <a:ext cx="8273143" cy="584775"/>
          </a:xfrm>
          <a:prstGeom prst="rect">
            <a:avLst/>
          </a:prstGeom>
          <a:noFill/>
        </p:spPr>
        <p:txBody>
          <a:bodyPr wrap="square">
            <a:spAutoFit/>
          </a:bodyPr>
          <a:lstStyle/>
          <a:p>
            <a:pPr>
              <a:buNone/>
            </a:pPr>
            <a:r>
              <a:rPr lang="en-IN" sz="1600" b="1" dirty="0" err="1"/>
              <a:t>SmartRecipe</a:t>
            </a:r>
            <a:r>
              <a:rPr lang="en-IN" sz="1600" b="1" dirty="0"/>
              <a:t> interface showing user-provided ingredients and personalized cooking preferences before generating an AI-powered recipe.</a:t>
            </a:r>
            <a:endParaRPr lang="en-IN" sz="1600" dirty="0"/>
          </a:p>
        </p:txBody>
      </p:sp>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0AE0589E-9915-3940-F398-F83BC31C07F4}"/>
              </a:ext>
            </a:extLst>
          </p:cNvPr>
          <p:cNvSpPr txBox="1"/>
          <p:nvPr/>
        </p:nvSpPr>
        <p:spPr>
          <a:xfrm>
            <a:off x="3152503" y="5446902"/>
            <a:ext cx="6096000" cy="523220"/>
          </a:xfrm>
          <a:prstGeom prst="rect">
            <a:avLst/>
          </a:prstGeom>
          <a:noFill/>
        </p:spPr>
        <p:txBody>
          <a:bodyPr wrap="square">
            <a:spAutoFit/>
          </a:bodyPr>
          <a:lstStyle/>
          <a:p>
            <a:pPr>
              <a:buNone/>
            </a:pPr>
            <a:r>
              <a:rPr lang="en-IN" b="1" dirty="0"/>
              <a:t>Agentic AI workflow executing the </a:t>
            </a:r>
            <a:r>
              <a:rPr lang="en-IN" b="1" dirty="0" err="1"/>
              <a:t>SmartRecipe</a:t>
            </a:r>
            <a:r>
              <a:rPr lang="en-IN" b="1" dirty="0"/>
              <a:t> recipe generation pipeline.</a:t>
            </a:r>
            <a:endParaRPr lang="en-IN" dirty="0"/>
          </a:p>
        </p:txBody>
      </p:sp>
      <p:pic>
        <p:nvPicPr>
          <p:cNvPr id="9" name="Picture 8">
            <a:extLst>
              <a:ext uri="{FF2B5EF4-FFF2-40B4-BE49-F238E27FC236}">
                <a16:creationId xmlns:a16="http://schemas.microsoft.com/office/drawing/2014/main" id="{E05F49FB-60EC-77B7-0B83-44E74381C470}"/>
              </a:ext>
            </a:extLst>
          </p:cNvPr>
          <p:cNvPicPr>
            <a:picLocks noChangeAspect="1"/>
          </p:cNvPicPr>
          <p:nvPr/>
        </p:nvPicPr>
        <p:blipFill>
          <a:blip r:embed="rId3"/>
          <a:stretch>
            <a:fillRect/>
          </a:stretch>
        </p:blipFill>
        <p:spPr>
          <a:xfrm>
            <a:off x="943758" y="786969"/>
            <a:ext cx="9706825" cy="4509144"/>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83D31A97-6EC5-7DBB-83AB-87D43E6D674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AD25A44-BADB-8E69-7D33-C473D76A2C6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317646B8-E74A-60E1-B2A3-B809D569A30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C6230F0E-2FC6-630C-53E9-657710BABCE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845AD7B-8D3F-B7A9-20EB-3B8780707561}"/>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A2F7E90-6AE8-34B7-30E8-746144BC3BE6}"/>
              </a:ext>
            </a:extLst>
          </p:cNvPr>
          <p:cNvPicPr>
            <a:picLocks noChangeAspect="1"/>
          </p:cNvPicPr>
          <p:nvPr/>
        </p:nvPicPr>
        <p:blipFill>
          <a:blip r:embed="rId3"/>
          <a:stretch>
            <a:fillRect/>
          </a:stretch>
        </p:blipFill>
        <p:spPr>
          <a:xfrm>
            <a:off x="689239" y="738945"/>
            <a:ext cx="10813521" cy="5074792"/>
          </a:xfrm>
          <a:prstGeom prst="rect">
            <a:avLst/>
          </a:prstGeom>
        </p:spPr>
      </p:pic>
    </p:spTree>
    <p:extLst>
      <p:ext uri="{BB962C8B-B14F-4D97-AF65-F5344CB8AC3E}">
        <p14:creationId xmlns:p14="http://schemas.microsoft.com/office/powerpoint/2010/main" val="2572151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86AD98E3-1D65-F561-0E5C-33ACF9DB8024}"/>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1CE8277-BA1A-732C-54D7-8C4FEF99A9E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C737B77F-ABBE-3D86-E19E-1173E2FAD24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C8859D41-BCE7-B9BC-322D-DE0898D49D00}"/>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0EA85C1-EE2A-385F-28D9-EB0CB379783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5A6B4964-7E6C-6B4B-D452-1BA33393F2AF}"/>
              </a:ext>
            </a:extLst>
          </p:cNvPr>
          <p:cNvPicPr>
            <a:picLocks noChangeAspect="1"/>
          </p:cNvPicPr>
          <p:nvPr/>
        </p:nvPicPr>
        <p:blipFill>
          <a:blip r:embed="rId3"/>
          <a:srcRect t="2135"/>
          <a:stretch>
            <a:fillRect/>
          </a:stretch>
        </p:blipFill>
        <p:spPr>
          <a:xfrm>
            <a:off x="771058" y="1114697"/>
            <a:ext cx="10860521" cy="4998720"/>
          </a:xfrm>
          <a:prstGeom prst="rect">
            <a:avLst/>
          </a:prstGeom>
        </p:spPr>
      </p:pic>
    </p:spTree>
    <p:extLst>
      <p:ext uri="{BB962C8B-B14F-4D97-AF65-F5344CB8AC3E}">
        <p14:creationId xmlns:p14="http://schemas.microsoft.com/office/powerpoint/2010/main" val="77150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A8CCACB-1B98-6E2B-08C6-E3EEA2F5B28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9375945F-EEEB-8694-AB6D-7523218B23C2}"/>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F8EC7E2F-7329-A8C2-FF76-4CB005B206C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63E5E7FD-6C08-BF5D-B51E-2B98F911D941}"/>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C92AAFD-E811-6AE2-2666-2DB556A10A6D}"/>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1795CB7D-2521-C92E-9943-FA31605DBC4C}"/>
              </a:ext>
            </a:extLst>
          </p:cNvPr>
          <p:cNvPicPr>
            <a:picLocks noChangeAspect="1"/>
          </p:cNvPicPr>
          <p:nvPr/>
        </p:nvPicPr>
        <p:blipFill>
          <a:blip r:embed="rId3"/>
          <a:stretch>
            <a:fillRect/>
          </a:stretch>
        </p:blipFill>
        <p:spPr>
          <a:xfrm>
            <a:off x="1568217" y="816977"/>
            <a:ext cx="9055565" cy="5588287"/>
          </a:xfrm>
          <a:prstGeom prst="rect">
            <a:avLst/>
          </a:prstGeom>
        </p:spPr>
      </p:pic>
    </p:spTree>
    <p:extLst>
      <p:ext uri="{BB962C8B-B14F-4D97-AF65-F5344CB8AC3E}">
        <p14:creationId xmlns:p14="http://schemas.microsoft.com/office/powerpoint/2010/main" val="3026724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D23FA7CC-6E30-D5B3-FB55-767EE74E1E7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CC4F1B7-5D46-C987-06A8-6EA7D6D590C2}"/>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C458F9F6-C159-AEB8-D5EB-20950ACD94B9}"/>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C1ADCFC-C8B3-9144-754F-2C5A9EB5A10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BA364C5E-9814-DB3A-523C-59ECB70C423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EB3D2DE3-4600-001D-0DEF-72EABE3705C0}"/>
              </a:ext>
            </a:extLst>
          </p:cNvPr>
          <p:cNvPicPr>
            <a:picLocks noChangeAspect="1"/>
          </p:cNvPicPr>
          <p:nvPr/>
        </p:nvPicPr>
        <p:blipFill>
          <a:blip r:embed="rId3"/>
          <a:stretch>
            <a:fillRect/>
          </a:stretch>
        </p:blipFill>
        <p:spPr>
          <a:xfrm>
            <a:off x="1349495" y="730875"/>
            <a:ext cx="9248837" cy="5548006"/>
          </a:xfrm>
          <a:prstGeom prst="rect">
            <a:avLst/>
          </a:prstGeom>
        </p:spPr>
      </p:pic>
    </p:spTree>
    <p:extLst>
      <p:ext uri="{BB962C8B-B14F-4D97-AF65-F5344CB8AC3E}">
        <p14:creationId xmlns:p14="http://schemas.microsoft.com/office/powerpoint/2010/main" val="964040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5EB918E-DB18-E15C-90F8-78EF595D5165}"/>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B4A89F60-E1CE-611D-F86B-43D7C3C1338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B8A5BF78-1399-DEB9-17CD-0691348621B1}"/>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8B0BC6C0-BE38-E4EC-7156-1330644F28C0}"/>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8762FFB-39F1-34FB-BC21-6E2590E373C4}"/>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BD39459E-A22D-7C2A-0CB1-D8DF4B2755F0}"/>
              </a:ext>
            </a:extLst>
          </p:cNvPr>
          <p:cNvPicPr>
            <a:picLocks noChangeAspect="1"/>
          </p:cNvPicPr>
          <p:nvPr/>
        </p:nvPicPr>
        <p:blipFill>
          <a:blip r:embed="rId3"/>
          <a:srcRect t="1583"/>
          <a:stretch>
            <a:fillRect/>
          </a:stretch>
        </p:blipFill>
        <p:spPr>
          <a:xfrm>
            <a:off x="1844734" y="905691"/>
            <a:ext cx="8293526" cy="5518624"/>
          </a:xfrm>
          <a:prstGeom prst="rect">
            <a:avLst/>
          </a:prstGeom>
        </p:spPr>
      </p:pic>
    </p:spTree>
    <p:extLst>
      <p:ext uri="{BB962C8B-B14F-4D97-AF65-F5344CB8AC3E}">
        <p14:creationId xmlns:p14="http://schemas.microsoft.com/office/powerpoint/2010/main" val="3589333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6F340A3-F671-5542-3A1C-5CF810A3D46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362EF1C9-E028-4733-8069-4FCF88CE7E9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982EA16A-9F31-87EA-EDD6-2390F6A30576}"/>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4D2C0E9-4C3F-1A6E-CE55-3428B139373E}"/>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0017A3CC-D697-3067-BBD3-C7A394ECE3E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8AA173B9-D8F8-DD24-E31F-C9A7689B8AEB}"/>
              </a:ext>
            </a:extLst>
          </p:cNvPr>
          <p:cNvPicPr>
            <a:picLocks noChangeAspect="1"/>
          </p:cNvPicPr>
          <p:nvPr/>
        </p:nvPicPr>
        <p:blipFill>
          <a:blip r:embed="rId3"/>
          <a:stretch>
            <a:fillRect/>
          </a:stretch>
        </p:blipFill>
        <p:spPr>
          <a:xfrm>
            <a:off x="1367247" y="597379"/>
            <a:ext cx="9257210" cy="5024846"/>
          </a:xfrm>
          <a:prstGeom prst="rect">
            <a:avLst/>
          </a:prstGeom>
        </p:spPr>
      </p:pic>
      <p:sp>
        <p:nvSpPr>
          <p:cNvPr id="8" name="TextBox 7">
            <a:extLst>
              <a:ext uri="{FF2B5EF4-FFF2-40B4-BE49-F238E27FC236}">
                <a16:creationId xmlns:a16="http://schemas.microsoft.com/office/drawing/2014/main" id="{134D66BB-5607-32D3-1E94-F834B22488DA}"/>
              </a:ext>
            </a:extLst>
          </p:cNvPr>
          <p:cNvSpPr txBox="1"/>
          <p:nvPr/>
        </p:nvSpPr>
        <p:spPr>
          <a:xfrm>
            <a:off x="1820007" y="5737312"/>
            <a:ext cx="8691237" cy="830997"/>
          </a:xfrm>
          <a:prstGeom prst="rect">
            <a:avLst/>
          </a:prstGeom>
          <a:noFill/>
        </p:spPr>
        <p:txBody>
          <a:bodyPr wrap="square">
            <a:spAutoFit/>
          </a:bodyPr>
          <a:lstStyle/>
          <a:p>
            <a:r>
              <a:rPr lang="en-IN" sz="1600" dirty="0" err="1"/>
              <a:t>SmartRecipe</a:t>
            </a:r>
            <a:r>
              <a:rPr lang="en-IN" sz="1600" dirty="0"/>
              <a:t> project output demonstrating IBM Granite-powered personalized recipe generation, RAG-based retrieval, step-by-step preparation, substitutions, cooking tips, dietary adjustments, and food-waste reduction.</a:t>
            </a:r>
          </a:p>
        </p:txBody>
      </p:sp>
    </p:spTree>
    <p:extLst>
      <p:ext uri="{BB962C8B-B14F-4D97-AF65-F5344CB8AC3E}">
        <p14:creationId xmlns:p14="http://schemas.microsoft.com/office/powerpoint/2010/main" val="418479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BB32A926-685A-BFE7-77E8-EA9DF028090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0C0DB7C-4AEE-650C-D26F-7D109DAD8224}"/>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37A3A9E6-2824-7659-F9D1-595B834DC1D2}"/>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F2BFAC9-161A-6AF3-9962-E0879B439510}"/>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99D07B1-7920-91D1-15BA-1C189A1E31F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8E24310-0C14-D3E6-1CA8-EA984D94C4E8}"/>
              </a:ext>
            </a:extLst>
          </p:cNvPr>
          <p:cNvPicPr>
            <a:picLocks noChangeAspect="1"/>
          </p:cNvPicPr>
          <p:nvPr/>
        </p:nvPicPr>
        <p:blipFill>
          <a:blip r:embed="rId3"/>
          <a:stretch>
            <a:fillRect/>
          </a:stretch>
        </p:blipFill>
        <p:spPr>
          <a:xfrm>
            <a:off x="1349495" y="730875"/>
            <a:ext cx="9248837" cy="5548006"/>
          </a:xfrm>
          <a:prstGeom prst="rect">
            <a:avLst/>
          </a:prstGeom>
        </p:spPr>
      </p:pic>
    </p:spTree>
    <p:extLst>
      <p:ext uri="{BB962C8B-B14F-4D97-AF65-F5344CB8AC3E}">
        <p14:creationId xmlns:p14="http://schemas.microsoft.com/office/powerpoint/2010/main" val="988954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49F8C69-E793-9C16-ED21-AF285EE33F3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56FBCAB9-BF4E-B00B-F10C-F30CB3DBEA8D}"/>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7EA73F18-2A17-C899-01B2-B5CAEBABC4F9}"/>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CD9087-2306-8EB8-1E33-316EC16F45F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4540D91B-7ADA-718B-3F26-3883A345C6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BCD983B-FC2A-D363-723E-9ACE53782F1A}"/>
              </a:ext>
            </a:extLst>
          </p:cNvPr>
          <p:cNvPicPr>
            <a:picLocks noChangeAspect="1"/>
          </p:cNvPicPr>
          <p:nvPr/>
        </p:nvPicPr>
        <p:blipFill>
          <a:blip r:embed="rId3"/>
          <a:stretch>
            <a:fillRect/>
          </a:stretch>
        </p:blipFill>
        <p:spPr>
          <a:xfrm>
            <a:off x="139394" y="658253"/>
            <a:ext cx="11913212" cy="5855001"/>
          </a:xfrm>
          <a:prstGeom prst="rect">
            <a:avLst/>
          </a:prstGeom>
        </p:spPr>
      </p:pic>
    </p:spTree>
    <p:extLst>
      <p:ext uri="{BB962C8B-B14F-4D97-AF65-F5344CB8AC3E}">
        <p14:creationId xmlns:p14="http://schemas.microsoft.com/office/powerpoint/2010/main" val="1555252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C77E90A7-E088-21B0-8C4E-8CDA24FF388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68CE262-9AC2-BE48-C365-95276BFED24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7E1C1145-E71E-84CA-EB0E-F65E4715DED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6F55629E-2E30-9254-EE98-C8BAAE92E8E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0EAD819D-FB49-3E44-A80E-A8643723F97E}"/>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60C3B8D-5CCA-D7CD-60D1-445788B3D854}"/>
              </a:ext>
            </a:extLst>
          </p:cNvPr>
          <p:cNvPicPr>
            <a:picLocks noChangeAspect="1"/>
          </p:cNvPicPr>
          <p:nvPr/>
        </p:nvPicPr>
        <p:blipFill>
          <a:blip r:embed="rId3"/>
          <a:stretch>
            <a:fillRect/>
          </a:stretch>
        </p:blipFill>
        <p:spPr>
          <a:xfrm>
            <a:off x="409144" y="691362"/>
            <a:ext cx="11589662" cy="5700729"/>
          </a:xfrm>
          <a:prstGeom prst="rect">
            <a:avLst/>
          </a:prstGeom>
        </p:spPr>
      </p:pic>
    </p:spTree>
    <p:extLst>
      <p:ext uri="{BB962C8B-B14F-4D97-AF65-F5344CB8AC3E}">
        <p14:creationId xmlns:p14="http://schemas.microsoft.com/office/powerpoint/2010/main" val="3909681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9DDBCE5-4C2E-340C-CF6A-95C04E0988B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2821DF06-75E4-515E-7A6E-1302D5D6FDB2}"/>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6249D6E8-2C89-80FF-199D-C7B45931397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E8F9E69-577C-DD71-46C8-8AE99ADF12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34D6199-548E-A939-E80A-5585E50D017E}"/>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623DE6F-8E2E-3C4F-DF52-002C6A7714D8}"/>
              </a:ext>
            </a:extLst>
          </p:cNvPr>
          <p:cNvPicPr>
            <a:picLocks noChangeAspect="1"/>
          </p:cNvPicPr>
          <p:nvPr/>
        </p:nvPicPr>
        <p:blipFill>
          <a:blip r:embed="rId3"/>
          <a:stretch>
            <a:fillRect/>
          </a:stretch>
        </p:blipFill>
        <p:spPr>
          <a:xfrm>
            <a:off x="640803" y="816977"/>
            <a:ext cx="11142053" cy="5475124"/>
          </a:xfrm>
          <a:prstGeom prst="rect">
            <a:avLst/>
          </a:prstGeom>
        </p:spPr>
      </p:pic>
    </p:spTree>
    <p:extLst>
      <p:ext uri="{BB962C8B-B14F-4D97-AF65-F5344CB8AC3E}">
        <p14:creationId xmlns:p14="http://schemas.microsoft.com/office/powerpoint/2010/main" val="3545241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00AE8FD-806A-7D5A-B9DC-519769DD26F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46277357-0AEC-CA9E-2B90-B70C476332D0}"/>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A4812D7-1F2E-60C0-924B-1495078CE8C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81AA6E91-7AE1-D037-2187-C27C9EF8C390}"/>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BE8F6776-A07D-54DC-F3C5-412CC170B93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7B11432-5D2A-9F30-839F-3C0E6A27E255}"/>
              </a:ext>
            </a:extLst>
          </p:cNvPr>
          <p:cNvPicPr>
            <a:picLocks noChangeAspect="1"/>
          </p:cNvPicPr>
          <p:nvPr/>
        </p:nvPicPr>
        <p:blipFill>
          <a:blip r:embed="rId3"/>
          <a:stretch>
            <a:fillRect/>
          </a:stretch>
        </p:blipFill>
        <p:spPr>
          <a:xfrm>
            <a:off x="531726" y="779778"/>
            <a:ext cx="11371549" cy="5570101"/>
          </a:xfrm>
          <a:prstGeom prst="rect">
            <a:avLst/>
          </a:prstGeom>
        </p:spPr>
      </p:pic>
    </p:spTree>
    <p:extLst>
      <p:ext uri="{BB962C8B-B14F-4D97-AF65-F5344CB8AC3E}">
        <p14:creationId xmlns:p14="http://schemas.microsoft.com/office/powerpoint/2010/main" val="4248147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01F5BE3-A6AE-164D-BC33-E29A33A72401}"/>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E76FA48-DF45-4DA1-6A87-17BBB957E395}"/>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BCD23B4-222C-D8C3-B354-8899BD1495F9}"/>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33308FB2-9CBF-087E-5C79-D7AE9117B59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F4CED96-9244-CE35-1340-521CDDA8C694}"/>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7D8BDAA3-D245-ED4D-94E0-3FF59DB0CEF2}"/>
              </a:ext>
            </a:extLst>
          </p:cNvPr>
          <p:cNvPicPr>
            <a:picLocks noChangeAspect="1"/>
          </p:cNvPicPr>
          <p:nvPr/>
        </p:nvPicPr>
        <p:blipFill>
          <a:blip r:embed="rId3"/>
          <a:stretch>
            <a:fillRect/>
          </a:stretch>
        </p:blipFill>
        <p:spPr>
          <a:xfrm>
            <a:off x="548221" y="796889"/>
            <a:ext cx="10938384" cy="5380749"/>
          </a:xfrm>
          <a:prstGeom prst="rect">
            <a:avLst/>
          </a:prstGeom>
        </p:spPr>
      </p:pic>
    </p:spTree>
    <p:extLst>
      <p:ext uri="{BB962C8B-B14F-4D97-AF65-F5344CB8AC3E}">
        <p14:creationId xmlns:p14="http://schemas.microsoft.com/office/powerpoint/2010/main" val="2383669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870A2A1-C476-B041-C801-7B3880C5F82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2EBCBDF2-A454-943A-1C2A-9BD45066633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39DD108B-E419-D9BE-C316-AEC01EB74EA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AFF748B-C36A-BCF5-1530-5B0EE6DABE3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279B86CD-DAC3-2EAE-101A-2D36DED60C94}"/>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1C3C2A1-6BF8-CF01-FC22-C87B7F679A9F}"/>
              </a:ext>
            </a:extLst>
          </p:cNvPr>
          <p:cNvPicPr>
            <a:picLocks noChangeAspect="1"/>
          </p:cNvPicPr>
          <p:nvPr/>
        </p:nvPicPr>
        <p:blipFill>
          <a:blip r:embed="rId3"/>
          <a:stretch>
            <a:fillRect/>
          </a:stretch>
        </p:blipFill>
        <p:spPr>
          <a:xfrm>
            <a:off x="479813" y="712678"/>
            <a:ext cx="11303043" cy="5574911"/>
          </a:xfrm>
          <a:prstGeom prst="rect">
            <a:avLst/>
          </a:prstGeom>
        </p:spPr>
      </p:pic>
    </p:spTree>
    <p:extLst>
      <p:ext uri="{BB962C8B-B14F-4D97-AF65-F5344CB8AC3E}">
        <p14:creationId xmlns:p14="http://schemas.microsoft.com/office/powerpoint/2010/main" val="677245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CD74DFA-09E7-A981-96E2-103415237A10}"/>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8CA544A9-35C2-4CA2-8768-F6B729759402}"/>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DE12336-CECC-0CCD-AF73-F97F1DEF2022}"/>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6F572F85-3D31-6F41-6C68-FE738C5D33F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5BC4011-7001-2AC8-23E2-1D7236ECEA6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77572F3-D399-0C4A-7E35-0467A43512F0}"/>
              </a:ext>
            </a:extLst>
          </p:cNvPr>
          <p:cNvPicPr>
            <a:picLocks noChangeAspect="1"/>
          </p:cNvPicPr>
          <p:nvPr/>
        </p:nvPicPr>
        <p:blipFill>
          <a:blip r:embed="rId3"/>
          <a:stretch>
            <a:fillRect/>
          </a:stretch>
        </p:blipFill>
        <p:spPr>
          <a:xfrm>
            <a:off x="540181" y="696201"/>
            <a:ext cx="11111637" cy="5465598"/>
          </a:xfrm>
          <a:prstGeom prst="rect">
            <a:avLst/>
          </a:prstGeom>
        </p:spPr>
      </p:pic>
    </p:spTree>
    <p:extLst>
      <p:ext uri="{BB962C8B-B14F-4D97-AF65-F5344CB8AC3E}">
        <p14:creationId xmlns:p14="http://schemas.microsoft.com/office/powerpoint/2010/main" val="1726434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8011E338-6771-5996-334B-4FF61415C2C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37655D5-0BEE-B402-0E5A-83853AE644D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A2F1401-67A0-38BE-B94B-1493D0F5F2D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091FDFA3-29E7-E482-E166-4D98BBC3EDB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B55359CB-2F85-0C77-CB9C-B796CF7A1887}"/>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BBC46F9-53CF-D463-A25A-F93FCEFC6590}"/>
              </a:ext>
            </a:extLst>
          </p:cNvPr>
          <p:cNvPicPr>
            <a:picLocks noChangeAspect="1"/>
          </p:cNvPicPr>
          <p:nvPr/>
        </p:nvPicPr>
        <p:blipFill>
          <a:blip r:embed="rId3"/>
          <a:stretch>
            <a:fillRect/>
          </a:stretch>
        </p:blipFill>
        <p:spPr>
          <a:xfrm>
            <a:off x="559497" y="699738"/>
            <a:ext cx="10840709" cy="5344011"/>
          </a:xfrm>
          <a:prstGeom prst="rect">
            <a:avLst/>
          </a:prstGeom>
        </p:spPr>
      </p:pic>
      <p:sp>
        <p:nvSpPr>
          <p:cNvPr id="6" name="TextBox 5">
            <a:extLst>
              <a:ext uri="{FF2B5EF4-FFF2-40B4-BE49-F238E27FC236}">
                <a16:creationId xmlns:a16="http://schemas.microsoft.com/office/drawing/2014/main" id="{F6D9BBB5-EC5F-9234-7AA7-86D2F770D596}"/>
              </a:ext>
            </a:extLst>
          </p:cNvPr>
          <p:cNvSpPr txBox="1"/>
          <p:nvPr/>
        </p:nvSpPr>
        <p:spPr>
          <a:xfrm>
            <a:off x="1349776" y="6107307"/>
            <a:ext cx="9260149" cy="523220"/>
          </a:xfrm>
          <a:prstGeom prst="rect">
            <a:avLst/>
          </a:prstGeom>
          <a:noFill/>
        </p:spPr>
        <p:txBody>
          <a:bodyPr wrap="square">
            <a:spAutoFit/>
          </a:bodyPr>
          <a:lstStyle/>
          <a:p>
            <a:r>
              <a:rPr lang="en-IN" dirty="0"/>
              <a:t>Generated </a:t>
            </a:r>
            <a:r>
              <a:rPr lang="en-IN" dirty="0" err="1"/>
              <a:t>SmartRecipe</a:t>
            </a:r>
            <a:r>
              <a:rPr lang="en-IN" dirty="0"/>
              <a:t> output demonstrating personalized recipe details, ingredients and quantities, step-by-step preparation, cooking time, substitutions, cooking tips, dietary adjustments, and food-waste reduction.</a:t>
            </a:r>
          </a:p>
        </p:txBody>
      </p:sp>
    </p:spTree>
    <p:extLst>
      <p:ext uri="{BB962C8B-B14F-4D97-AF65-F5344CB8AC3E}">
        <p14:creationId xmlns:p14="http://schemas.microsoft.com/office/powerpoint/2010/main" val="39751416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16280" y="946297"/>
            <a:ext cx="11301984" cy="5589543"/>
          </a:xfrm>
          <a:prstGeom prst="rect">
            <a:avLst/>
          </a:prstGeom>
          <a:noFill/>
        </p:spPr>
        <p:txBody>
          <a:bodyPr wrap="square" rtlCol="0">
            <a:spAutoFit/>
          </a:bodyPr>
          <a:lstStyle/>
          <a:p>
            <a:pPr>
              <a:lnSpc>
                <a:spcPct val="150000"/>
              </a:lnSpc>
            </a:pPr>
            <a:r>
              <a:rPr lang="en-IN" sz="1500" b="1" dirty="0" err="1"/>
              <a:t>SmartRecipe</a:t>
            </a:r>
            <a:r>
              <a:rPr lang="en-IN" sz="1500" dirty="0"/>
              <a:t> stands out by combining </a:t>
            </a:r>
            <a:r>
              <a:rPr lang="en-IN" sz="1500" b="1" dirty="0"/>
              <a:t>Agentic AI, RAG, and personalized recipe generation</a:t>
            </a:r>
            <a:r>
              <a:rPr lang="en-IN" sz="1500" dirty="0"/>
              <a:t> into a single intelligent recipe preparation system.</a:t>
            </a:r>
          </a:p>
          <a:p>
            <a:pPr>
              <a:lnSpc>
                <a:spcPct val="150000"/>
              </a:lnSpc>
            </a:pPr>
            <a:r>
              <a:rPr lang="en-IN" sz="1500" b="1" dirty="0"/>
              <a:t>Ingredient-Based Intelligence</a:t>
            </a:r>
            <a:r>
              <a:rPr lang="en-IN" sz="1500" dirty="0"/>
              <a:t> – Generates recipes based on the ingredients currently available to the user.</a:t>
            </a:r>
          </a:p>
          <a:p>
            <a:pPr>
              <a:lnSpc>
                <a:spcPct val="150000"/>
              </a:lnSpc>
            </a:pPr>
            <a:r>
              <a:rPr lang="en-IN" sz="1500" b="1" dirty="0"/>
              <a:t>RAG-Based Recipe Retrieval</a:t>
            </a:r>
            <a:r>
              <a:rPr lang="en-IN" sz="1500" dirty="0"/>
              <a:t> – Retrieves relevant recipes from the recipe knowledge base using </a:t>
            </a:r>
            <a:r>
              <a:rPr lang="en-IN" sz="1500" b="1" dirty="0"/>
              <a:t>TF-IDF</a:t>
            </a:r>
            <a:r>
              <a:rPr lang="en-IN" sz="1500" dirty="0"/>
              <a:t> before generating the final response.</a:t>
            </a:r>
          </a:p>
          <a:p>
            <a:pPr>
              <a:lnSpc>
                <a:spcPct val="150000"/>
              </a:lnSpc>
            </a:pPr>
            <a:r>
              <a:rPr lang="en-IN" sz="1500" b="1" dirty="0"/>
              <a:t>Personalized Recipe Generation</a:t>
            </a:r>
            <a:r>
              <a:rPr lang="en-IN" sz="1500" dirty="0"/>
              <a:t> – Adapts recipes according to </a:t>
            </a:r>
            <a:r>
              <a:rPr lang="en-IN" sz="1500" b="1" dirty="0"/>
              <a:t>servings, dietary preference, spice level, and maximum cooking time</a:t>
            </a:r>
            <a:r>
              <a:rPr lang="en-IN" sz="1500" dirty="0"/>
              <a:t>.</a:t>
            </a:r>
          </a:p>
          <a:p>
            <a:pPr>
              <a:lnSpc>
                <a:spcPct val="150000"/>
              </a:lnSpc>
            </a:pPr>
            <a:r>
              <a:rPr lang="en-IN" sz="1500" b="1" dirty="0"/>
              <a:t>Agentic Workflow</a:t>
            </a:r>
            <a:r>
              <a:rPr lang="en-IN" sz="1500" dirty="0"/>
              <a:t> – Automatically coordinates five stages: </a:t>
            </a:r>
            <a:r>
              <a:rPr lang="en-IN" sz="1500" b="1" dirty="0" err="1"/>
              <a:t>ParseIngredients</a:t>
            </a:r>
            <a:r>
              <a:rPr lang="en-IN" sz="1500" b="1" dirty="0"/>
              <a:t> → </a:t>
            </a:r>
            <a:r>
              <a:rPr lang="en-IN" sz="1500" b="1" dirty="0" err="1"/>
              <a:t>RetrieveRecipes</a:t>
            </a:r>
            <a:r>
              <a:rPr lang="en-IN" sz="1500" b="1" dirty="0"/>
              <a:t> → </a:t>
            </a:r>
            <a:r>
              <a:rPr lang="en-IN" sz="1500" b="1" dirty="0" err="1"/>
              <a:t>BuildContext</a:t>
            </a:r>
            <a:r>
              <a:rPr lang="en-IN" sz="1500" b="1" dirty="0"/>
              <a:t> → </a:t>
            </a:r>
            <a:r>
              <a:rPr lang="en-IN" sz="1500" b="1" dirty="0" err="1"/>
              <a:t>GenerateRecipe</a:t>
            </a:r>
            <a:r>
              <a:rPr lang="en-IN" sz="1500" b="1" dirty="0"/>
              <a:t> → </a:t>
            </a:r>
            <a:r>
              <a:rPr lang="en-IN" sz="1500" b="1" dirty="0" err="1"/>
              <a:t>FormatResponse</a:t>
            </a:r>
            <a:r>
              <a:rPr lang="en-IN" sz="1500" dirty="0"/>
              <a:t>.</a:t>
            </a:r>
          </a:p>
          <a:p>
            <a:pPr>
              <a:lnSpc>
                <a:spcPct val="150000"/>
              </a:lnSpc>
            </a:pPr>
            <a:r>
              <a:rPr lang="en-IN" sz="1500" b="1" dirty="0"/>
              <a:t>IBM Granite Integration</a:t>
            </a:r>
            <a:r>
              <a:rPr lang="en-IN" sz="1500" dirty="0"/>
              <a:t> – Uses </a:t>
            </a:r>
            <a:r>
              <a:rPr lang="en-IN" sz="1500" b="1" dirty="0"/>
              <a:t>IBM Granite 4 H Small through IBM watsonx.ai</a:t>
            </a:r>
            <a:r>
              <a:rPr lang="en-IN" sz="1500" dirty="0"/>
              <a:t> to generate context-aware recipe instructions.</a:t>
            </a:r>
          </a:p>
          <a:p>
            <a:pPr>
              <a:lnSpc>
                <a:spcPct val="150000"/>
              </a:lnSpc>
            </a:pPr>
            <a:r>
              <a:rPr lang="en-IN" sz="1500" b="1" dirty="0"/>
              <a:t>Smart Substitutions</a:t>
            </a:r>
            <a:r>
              <a:rPr lang="en-IN" sz="1500" dirty="0"/>
              <a:t> – Suggests alternative ingredients when required, making recipes more practical with available resources.</a:t>
            </a:r>
          </a:p>
          <a:p>
            <a:pPr>
              <a:lnSpc>
                <a:spcPct val="150000"/>
              </a:lnSpc>
            </a:pPr>
            <a:r>
              <a:rPr lang="en-IN" sz="1500" b="1" dirty="0"/>
              <a:t>Cooking Guidance</a:t>
            </a:r>
            <a:r>
              <a:rPr lang="en-IN" sz="1500" dirty="0"/>
              <a:t> – Provides </a:t>
            </a:r>
            <a:r>
              <a:rPr lang="en-IN" sz="1500" b="1" dirty="0"/>
              <a:t>step-by-step instructions, cooking tips, and time information</a:t>
            </a:r>
            <a:r>
              <a:rPr lang="en-IN" sz="1500" dirty="0"/>
              <a:t> to simplify preparation.</a:t>
            </a:r>
          </a:p>
          <a:p>
            <a:pPr>
              <a:lnSpc>
                <a:spcPct val="150000"/>
              </a:lnSpc>
            </a:pPr>
            <a:r>
              <a:rPr lang="en-IN" sz="1500" b="1" dirty="0"/>
              <a:t>Food-Waste Reduction</a:t>
            </a:r>
            <a:r>
              <a:rPr lang="en-IN" sz="1500" dirty="0"/>
              <a:t> – Suggests practical ways to reuse leftover ingredients and minimize unnecessary food waste.</a:t>
            </a:r>
          </a:p>
          <a:p>
            <a:pPr>
              <a:lnSpc>
                <a:spcPct val="150000"/>
              </a:lnSpc>
            </a:pPr>
            <a:r>
              <a:rPr lang="en-IN" sz="1500" b="1" dirty="0"/>
              <a:t>Practical &amp; Time-Saving</a:t>
            </a:r>
            <a:r>
              <a:rPr lang="en-IN" sz="1500" dirty="0"/>
              <a:t> – Helps users decide what to cook quickly without searching through multiple recipe sources.</a:t>
            </a:r>
          </a:p>
          <a:p>
            <a:pPr>
              <a:lnSpc>
                <a:spcPct val="150000"/>
              </a:lnSpc>
            </a:pPr>
            <a:r>
              <a:rPr lang="en-IN" sz="1500" dirty="0"/>
              <a:t>This makes </a:t>
            </a:r>
            <a:r>
              <a:rPr lang="en-IN" sz="1500" dirty="0" err="1"/>
              <a:t>SmartRecipe</a:t>
            </a:r>
            <a:r>
              <a:rPr lang="en-IN" sz="1500" dirty="0"/>
              <a:t> a smart, adaptive, and practical AI recipe preparation assistant rather than a simple static recipe search tool.</a:t>
            </a:r>
          </a:p>
        </p:txBody>
      </p:sp>
    </p:spTree>
    <p:extLst>
      <p:ext uri="{BB962C8B-B14F-4D97-AF65-F5344CB8AC3E}">
        <p14:creationId xmlns:p14="http://schemas.microsoft.com/office/powerpoint/2010/main" val="23252822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096803" y="934332"/>
            <a:ext cx="10407219" cy="5215556"/>
          </a:xfrm>
          <a:prstGeom prst="rect">
            <a:avLst/>
          </a:prstGeom>
          <a:noFill/>
          <a:ln>
            <a:noFill/>
          </a:ln>
        </p:spPr>
        <p:txBody>
          <a:bodyPr spcFirstLastPara="1" wrap="square" lIns="0" tIns="0" rIns="0" bIns="0" anchor="t" anchorCtr="0">
            <a:noAutofit/>
          </a:bodyPr>
          <a:lstStyle/>
          <a:p>
            <a:pPr>
              <a:lnSpc>
                <a:spcPct val="150000"/>
              </a:lnSpc>
            </a:pPr>
            <a:r>
              <a:rPr lang="en-IN" sz="1500" b="1" dirty="0"/>
              <a:t>1. Voice-Based Recipe Assistance</a:t>
            </a:r>
            <a:r>
              <a:rPr lang="en-IN" sz="1500" dirty="0"/>
              <a:t> –</a:t>
            </a:r>
            <a:br>
              <a:rPr lang="en-IN" sz="1500" dirty="0"/>
            </a:br>
            <a:r>
              <a:rPr lang="en-IN" sz="1500" dirty="0"/>
              <a:t>Enable users to provide ingredients and cooking preferences through voice commands, making recipe preparation more convenient and accessible.</a:t>
            </a:r>
          </a:p>
          <a:p>
            <a:pPr>
              <a:lnSpc>
                <a:spcPct val="150000"/>
              </a:lnSpc>
            </a:pPr>
            <a:r>
              <a:rPr lang="en-IN" sz="1500" b="1" dirty="0"/>
              <a:t>2. Multilingual Recipe Support</a:t>
            </a:r>
            <a:r>
              <a:rPr lang="en-IN" sz="1500" dirty="0"/>
              <a:t> –</a:t>
            </a:r>
            <a:br>
              <a:rPr lang="en-IN" sz="1500" dirty="0"/>
            </a:br>
            <a:r>
              <a:rPr lang="en-IN" sz="1500" dirty="0"/>
              <a:t>Extend </a:t>
            </a:r>
            <a:r>
              <a:rPr lang="en-IN" sz="1500" dirty="0" err="1"/>
              <a:t>SmartRecipe</a:t>
            </a:r>
            <a:r>
              <a:rPr lang="en-IN" sz="1500" dirty="0"/>
              <a:t> to support multiple Indian and international languages so users can receive recipes and cooking instructions in their preferred language.</a:t>
            </a:r>
          </a:p>
          <a:p>
            <a:pPr>
              <a:lnSpc>
                <a:spcPct val="150000"/>
              </a:lnSpc>
            </a:pPr>
            <a:r>
              <a:rPr lang="en-IN" sz="1500" b="1" dirty="0"/>
              <a:t>3. Image-Based Ingredient Recognition</a:t>
            </a:r>
            <a:r>
              <a:rPr lang="en-IN" sz="1500" dirty="0"/>
              <a:t> –</a:t>
            </a:r>
            <a:br>
              <a:rPr lang="en-IN" sz="1500" dirty="0"/>
            </a:br>
            <a:r>
              <a:rPr lang="en-IN" sz="1500" dirty="0"/>
              <a:t>Allow users to upload or capture an image of available ingredients. Computer vision can identify the ingredients and automatically provide them to the Recipe Agent.</a:t>
            </a:r>
          </a:p>
          <a:p>
            <a:pPr>
              <a:lnSpc>
                <a:spcPct val="150000"/>
              </a:lnSpc>
            </a:pPr>
            <a:r>
              <a:rPr lang="en-IN" sz="1500" b="1" dirty="0"/>
              <a:t>4. Larger &amp; Dynamic Recipe Knowledge Base</a:t>
            </a:r>
            <a:r>
              <a:rPr lang="en-IN" sz="1500" dirty="0"/>
              <a:t> –</a:t>
            </a:r>
            <a:br>
              <a:rPr lang="en-IN" sz="1500" dirty="0"/>
            </a:br>
            <a:r>
              <a:rPr lang="en-IN" sz="1500" dirty="0"/>
              <a:t>Expand the recipe knowledge base with more cuisines, regional dishes, dietary options, and cooking styles to improve RAG retrieval.</a:t>
            </a:r>
          </a:p>
          <a:p>
            <a:pPr>
              <a:lnSpc>
                <a:spcPct val="150000"/>
              </a:lnSpc>
            </a:pPr>
            <a:r>
              <a:rPr lang="en-IN" sz="1500" b="1" dirty="0"/>
              <a:t>5. Nutrition &amp; Calorie Information</a:t>
            </a:r>
            <a:r>
              <a:rPr lang="en-IN" sz="1500" dirty="0"/>
              <a:t> –</a:t>
            </a:r>
            <a:br>
              <a:rPr lang="en-IN" sz="1500" dirty="0"/>
            </a:br>
            <a:r>
              <a:rPr lang="en-IN" sz="1500" dirty="0"/>
              <a:t>Add optional nutritional information such as calories, protein, carbohydrates, and fats for generated recipes.</a:t>
            </a:r>
          </a:p>
          <a:p>
            <a:pPr>
              <a:lnSpc>
                <a:spcPct val="150000"/>
              </a:lnSpc>
            </a:pPr>
            <a:r>
              <a:rPr lang="en-IN" sz="1500" b="1" dirty="0"/>
              <a:t>6. Mobile Application &amp; Smart Kitchen Integration</a:t>
            </a:r>
            <a:r>
              <a:rPr lang="en-IN" sz="1500" dirty="0"/>
              <a:t> –</a:t>
            </a:r>
            <a:br>
              <a:rPr lang="en-IN" sz="1500" dirty="0"/>
            </a:br>
            <a:r>
              <a:rPr lang="en-IN" sz="1500" dirty="0"/>
              <a:t>Develop a mobile application and explore integration with smart kitchen devices for timers, cooking assistance, and hands-free guidance.</a:t>
            </a:r>
          </a:p>
          <a:p>
            <a:pPr marL="0" marR="0" lvl="0" indent="0" algn="l" rtl="0">
              <a:lnSpc>
                <a:spcPct val="150000"/>
              </a:lnSpc>
              <a:spcBef>
                <a:spcPts val="0"/>
              </a:spcBef>
              <a:spcAft>
                <a:spcPts val="0"/>
              </a:spcAft>
              <a:buClr>
                <a:srgbClr val="2B3541"/>
              </a:buClr>
              <a:buSzPts val="1850"/>
              <a:buFont typeface="Times New Roman"/>
              <a:buNone/>
            </a:pPr>
            <a:endParaRPr sz="15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162B326C-036C-135D-25FA-863ACA1A496A}"/>
              </a:ext>
            </a:extLst>
          </p:cNvPr>
          <p:cNvPicPr>
            <a:picLocks noChangeAspect="1"/>
          </p:cNvPicPr>
          <p:nvPr/>
        </p:nvPicPr>
        <p:blipFill>
          <a:blip r:embed="rId2"/>
          <a:srcRect l="912" r="1" b="2979"/>
          <a:stretch>
            <a:fillRect/>
          </a:stretch>
        </p:blipFill>
        <p:spPr>
          <a:xfrm>
            <a:off x="1881051" y="1262208"/>
            <a:ext cx="8255726" cy="5221963"/>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7B7A9EB6-F2A4-BFA6-BEB0-6F9EBC59FC06}"/>
              </a:ext>
            </a:extLst>
          </p:cNvPr>
          <p:cNvPicPr>
            <a:picLocks noChangeAspect="1"/>
          </p:cNvPicPr>
          <p:nvPr/>
        </p:nvPicPr>
        <p:blipFill>
          <a:blip r:embed="rId2"/>
          <a:srcRect l="626"/>
          <a:stretch>
            <a:fillRect/>
          </a:stretch>
        </p:blipFill>
        <p:spPr>
          <a:xfrm>
            <a:off x="1943801" y="1200580"/>
            <a:ext cx="8994164" cy="5546686"/>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1856</Words>
  <Application>Microsoft Office PowerPoint</Application>
  <PresentationFormat>Widescreen</PresentationFormat>
  <Paragraphs>178</Paragraphs>
  <Slides>35</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Aaditi U S</cp:lastModifiedBy>
  <cp:revision>4</cp:revision>
  <dcterms:created xsi:type="dcterms:W3CDTF">2025-07-08T05:06:56Z</dcterms:created>
  <dcterms:modified xsi:type="dcterms:W3CDTF">2026-09-11T16:21:33Z</dcterms:modified>
</cp:coreProperties>
</file>